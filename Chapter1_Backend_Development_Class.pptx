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86CD92-539F-4B38-B2CB-6019C4BD2E1A}">
          <p14:sldIdLst>
            <p14:sldId id="256"/>
            <p14:sldId id="271"/>
            <p14:sldId id="273"/>
            <p14:sldId id="257"/>
            <p14:sldId id="258"/>
          </p14:sldIdLst>
        </p14:section>
        <p14:section name="Untitled Section" id="{BE00CD5E-82EF-4C92-89F2-C92EF5E7621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42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DED882-CBE0-4403-8CC8-9E7FAB284D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B71D70-F063-49CA-BA8E-371EE707B3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Flow:</a:t>
          </a:r>
        </a:p>
      </dgm:t>
    </dgm:pt>
    <dgm:pt modelId="{C2049F91-6B63-4009-A6CA-2984C7057384}" type="parTrans" cxnId="{C4CDF2A1-7180-43B6-A6A1-C89ED01027CA}">
      <dgm:prSet/>
      <dgm:spPr/>
      <dgm:t>
        <a:bodyPr/>
        <a:lstStyle/>
        <a:p>
          <a:endParaRPr lang="en-US"/>
        </a:p>
      </dgm:t>
    </dgm:pt>
    <dgm:pt modelId="{5EE4AACB-C0A7-41D4-95D2-5B401819229D}" type="sibTrans" cxnId="{C4CDF2A1-7180-43B6-A6A1-C89ED01027CA}">
      <dgm:prSet/>
      <dgm:spPr/>
      <dgm:t>
        <a:bodyPr/>
        <a:lstStyle/>
        <a:p>
          <a:endParaRPr lang="en-US"/>
        </a:p>
      </dgm:t>
    </dgm:pt>
    <dgm:pt modelId="{3960BAD9-1E85-49ED-8A87-4C4A238C5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→ Frontend → Backend Server → Database</a:t>
          </a:r>
        </a:p>
      </dgm:t>
    </dgm:pt>
    <dgm:pt modelId="{E4CDFF9D-4286-482D-817E-51D1432C408F}" type="parTrans" cxnId="{56EC8F19-2CF4-4A99-B504-AFB4C6C22514}">
      <dgm:prSet/>
      <dgm:spPr/>
      <dgm:t>
        <a:bodyPr/>
        <a:lstStyle/>
        <a:p>
          <a:endParaRPr lang="en-US"/>
        </a:p>
      </dgm:t>
    </dgm:pt>
    <dgm:pt modelId="{3254374B-A87C-43FE-A8DB-04F924064DF2}" type="sibTrans" cxnId="{56EC8F19-2CF4-4A99-B504-AFB4C6C22514}">
      <dgm:prSet/>
      <dgm:spPr/>
      <dgm:t>
        <a:bodyPr/>
        <a:lstStyle/>
        <a:p>
          <a:endParaRPr lang="en-US"/>
        </a:p>
      </dgm:t>
    </dgm:pt>
    <dgm:pt modelId="{D8DFB691-23CB-4A28-A764-E280B341B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User sends request</a:t>
          </a:r>
        </a:p>
      </dgm:t>
    </dgm:pt>
    <dgm:pt modelId="{96464DAC-BB4E-438B-A8FA-7A02C13ACC7F}" type="parTrans" cxnId="{6E028696-B94D-48DD-9C32-CA803AA9F0E4}">
      <dgm:prSet/>
      <dgm:spPr/>
      <dgm:t>
        <a:bodyPr/>
        <a:lstStyle/>
        <a:p>
          <a:endParaRPr lang="en-US"/>
        </a:p>
      </dgm:t>
    </dgm:pt>
    <dgm:pt modelId="{B8FEF93D-0E6C-4266-B3B1-191C65D74FAA}" type="sibTrans" cxnId="{6E028696-B94D-48DD-9C32-CA803AA9F0E4}">
      <dgm:prSet/>
      <dgm:spPr/>
      <dgm:t>
        <a:bodyPr/>
        <a:lstStyle/>
        <a:p>
          <a:endParaRPr lang="en-US"/>
        </a:p>
      </dgm:t>
    </dgm:pt>
    <dgm:pt modelId="{B4B14E90-8864-4BE5-ACFB-937EE094B4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Backend processes data</a:t>
          </a:r>
        </a:p>
      </dgm:t>
    </dgm:pt>
    <dgm:pt modelId="{EF576422-B8EB-4275-9B34-12CB30AFF71F}" type="parTrans" cxnId="{62EA1B88-F927-4AED-B91A-7EAEDCE7FE3F}">
      <dgm:prSet/>
      <dgm:spPr/>
      <dgm:t>
        <a:bodyPr/>
        <a:lstStyle/>
        <a:p>
          <a:endParaRPr lang="en-US"/>
        </a:p>
      </dgm:t>
    </dgm:pt>
    <dgm:pt modelId="{35BDD084-E739-4084-B450-12533B35BF5A}" type="sibTrans" cxnId="{62EA1B88-F927-4AED-B91A-7EAEDCE7FE3F}">
      <dgm:prSet/>
      <dgm:spPr/>
      <dgm:t>
        <a:bodyPr/>
        <a:lstStyle/>
        <a:p>
          <a:endParaRPr lang="en-US"/>
        </a:p>
      </dgm:t>
    </dgm:pt>
    <dgm:pt modelId="{7A547C0D-42F5-43AE-AB44-4B10A4CFAC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Database stores/fetches information</a:t>
          </a:r>
        </a:p>
      </dgm:t>
    </dgm:pt>
    <dgm:pt modelId="{C7BD9F11-4A17-4F0F-8D31-B342C9AE67CE}" type="parTrans" cxnId="{223555A7-C881-449C-863D-19491185449B}">
      <dgm:prSet/>
      <dgm:spPr/>
      <dgm:t>
        <a:bodyPr/>
        <a:lstStyle/>
        <a:p>
          <a:endParaRPr lang="en-US"/>
        </a:p>
      </dgm:t>
    </dgm:pt>
    <dgm:pt modelId="{2FB5F7FD-A8F3-49C9-8447-BDEE1BCB17A7}" type="sibTrans" cxnId="{223555A7-C881-449C-863D-19491185449B}">
      <dgm:prSet/>
      <dgm:spPr/>
      <dgm:t>
        <a:bodyPr/>
        <a:lstStyle/>
        <a:p>
          <a:endParaRPr lang="en-US"/>
        </a:p>
      </dgm:t>
    </dgm:pt>
    <dgm:pt modelId="{618E0B23-BEEC-402B-AA6A-0EF2D603EF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Response returns to user</a:t>
          </a:r>
        </a:p>
      </dgm:t>
    </dgm:pt>
    <dgm:pt modelId="{594B90DE-07CD-44AA-A01E-C71F2B66529E}" type="parTrans" cxnId="{061E3F13-B77B-4EA4-B6E1-EAE720E4F5FC}">
      <dgm:prSet/>
      <dgm:spPr/>
      <dgm:t>
        <a:bodyPr/>
        <a:lstStyle/>
        <a:p>
          <a:endParaRPr lang="en-US"/>
        </a:p>
      </dgm:t>
    </dgm:pt>
    <dgm:pt modelId="{1B3CEF8A-8B34-4822-8A24-1946299FAEAB}" type="sibTrans" cxnId="{061E3F13-B77B-4EA4-B6E1-EAE720E4F5FC}">
      <dgm:prSet/>
      <dgm:spPr/>
      <dgm:t>
        <a:bodyPr/>
        <a:lstStyle/>
        <a:p>
          <a:endParaRPr lang="en-US"/>
        </a:p>
      </dgm:t>
    </dgm:pt>
    <dgm:pt modelId="{4A5C4CEC-8AC4-4CE6-92FC-5B4C5ABF417A}" type="pres">
      <dgm:prSet presAssocID="{58DED882-CBE0-4403-8CC8-9E7FAB284DB4}" presName="root" presStyleCnt="0">
        <dgm:presLayoutVars>
          <dgm:dir/>
          <dgm:resizeHandles val="exact"/>
        </dgm:presLayoutVars>
      </dgm:prSet>
      <dgm:spPr/>
    </dgm:pt>
    <dgm:pt modelId="{070E49A3-7A8A-49D4-9895-A83959EE3FB3}" type="pres">
      <dgm:prSet presAssocID="{7DB71D70-F063-49CA-BA8E-371EE707B3BB}" presName="compNode" presStyleCnt="0"/>
      <dgm:spPr/>
    </dgm:pt>
    <dgm:pt modelId="{87B81C65-8DF4-47AE-B4A0-BC827E7710CD}" type="pres">
      <dgm:prSet presAssocID="{7DB71D70-F063-49CA-BA8E-371EE707B3BB}" presName="bgRect" presStyleLbl="bgShp" presStyleIdx="0" presStyleCnt="6"/>
      <dgm:spPr/>
    </dgm:pt>
    <dgm:pt modelId="{4E03A2CA-2315-4D3B-956C-4BF0174EC803}" type="pres">
      <dgm:prSet presAssocID="{7DB71D70-F063-49CA-BA8E-371EE707B3B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935EA2B-F8B0-44A7-91FC-D84AAE7C01FC}" type="pres">
      <dgm:prSet presAssocID="{7DB71D70-F063-49CA-BA8E-371EE707B3BB}" presName="spaceRect" presStyleCnt="0"/>
      <dgm:spPr/>
    </dgm:pt>
    <dgm:pt modelId="{B769AF4B-C4BE-46AF-8D43-09B3C45665CE}" type="pres">
      <dgm:prSet presAssocID="{7DB71D70-F063-49CA-BA8E-371EE707B3BB}" presName="parTx" presStyleLbl="revTx" presStyleIdx="0" presStyleCnt="6">
        <dgm:presLayoutVars>
          <dgm:chMax val="0"/>
          <dgm:chPref val="0"/>
        </dgm:presLayoutVars>
      </dgm:prSet>
      <dgm:spPr/>
    </dgm:pt>
    <dgm:pt modelId="{128B424A-260A-4A15-9DB9-F9677C7CA4C6}" type="pres">
      <dgm:prSet presAssocID="{5EE4AACB-C0A7-41D4-95D2-5B401819229D}" presName="sibTrans" presStyleCnt="0"/>
      <dgm:spPr/>
    </dgm:pt>
    <dgm:pt modelId="{86ACCF94-E41B-4AE2-8204-6D8A529B8604}" type="pres">
      <dgm:prSet presAssocID="{3960BAD9-1E85-49ED-8A87-4C4A238C54B1}" presName="compNode" presStyleCnt="0"/>
      <dgm:spPr/>
    </dgm:pt>
    <dgm:pt modelId="{DA3095E7-0D82-4793-BC68-B340DDA6D35F}" type="pres">
      <dgm:prSet presAssocID="{3960BAD9-1E85-49ED-8A87-4C4A238C54B1}" presName="bgRect" presStyleLbl="bgShp" presStyleIdx="1" presStyleCnt="6"/>
      <dgm:spPr/>
    </dgm:pt>
    <dgm:pt modelId="{9FA872A7-E17E-43A3-BEA2-B5FA46027BB4}" type="pres">
      <dgm:prSet presAssocID="{3960BAD9-1E85-49ED-8A87-4C4A238C54B1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89D2E8-5E67-4A41-BCFC-B69C6906E623}" type="pres">
      <dgm:prSet presAssocID="{3960BAD9-1E85-49ED-8A87-4C4A238C54B1}" presName="spaceRect" presStyleCnt="0"/>
      <dgm:spPr/>
    </dgm:pt>
    <dgm:pt modelId="{6EFBA888-A606-4120-8ADF-CDA910D5A96B}" type="pres">
      <dgm:prSet presAssocID="{3960BAD9-1E85-49ED-8A87-4C4A238C54B1}" presName="parTx" presStyleLbl="revTx" presStyleIdx="1" presStyleCnt="6">
        <dgm:presLayoutVars>
          <dgm:chMax val="0"/>
          <dgm:chPref val="0"/>
        </dgm:presLayoutVars>
      </dgm:prSet>
      <dgm:spPr/>
    </dgm:pt>
    <dgm:pt modelId="{2B26B3E5-BE2F-4B9A-8F1A-1BB788150F9F}" type="pres">
      <dgm:prSet presAssocID="{3254374B-A87C-43FE-A8DB-04F924064DF2}" presName="sibTrans" presStyleCnt="0"/>
      <dgm:spPr/>
    </dgm:pt>
    <dgm:pt modelId="{A2150642-7F78-4235-A98F-B0BB80C1894D}" type="pres">
      <dgm:prSet presAssocID="{D8DFB691-23CB-4A28-A764-E280B341B869}" presName="compNode" presStyleCnt="0"/>
      <dgm:spPr/>
    </dgm:pt>
    <dgm:pt modelId="{7A0B527C-FC67-464D-9B49-38E4A3FA1A0A}" type="pres">
      <dgm:prSet presAssocID="{D8DFB691-23CB-4A28-A764-E280B341B869}" presName="bgRect" presStyleLbl="bgShp" presStyleIdx="2" presStyleCnt="6"/>
      <dgm:spPr/>
    </dgm:pt>
    <dgm:pt modelId="{B31346E8-A949-43B3-91D4-C392F76F4003}" type="pres">
      <dgm:prSet presAssocID="{D8DFB691-23CB-4A28-A764-E280B341B86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E2FFD4C-856E-4A1F-B68F-DF3A9C4B9674}" type="pres">
      <dgm:prSet presAssocID="{D8DFB691-23CB-4A28-A764-E280B341B869}" presName="spaceRect" presStyleCnt="0"/>
      <dgm:spPr/>
    </dgm:pt>
    <dgm:pt modelId="{E9004D9A-D857-4A78-93E6-F5684B669E41}" type="pres">
      <dgm:prSet presAssocID="{D8DFB691-23CB-4A28-A764-E280B341B869}" presName="parTx" presStyleLbl="revTx" presStyleIdx="2" presStyleCnt="6">
        <dgm:presLayoutVars>
          <dgm:chMax val="0"/>
          <dgm:chPref val="0"/>
        </dgm:presLayoutVars>
      </dgm:prSet>
      <dgm:spPr/>
    </dgm:pt>
    <dgm:pt modelId="{B0D43DED-908A-4594-BF70-2ABDFAF53795}" type="pres">
      <dgm:prSet presAssocID="{B8FEF93D-0E6C-4266-B3B1-191C65D74FAA}" presName="sibTrans" presStyleCnt="0"/>
      <dgm:spPr/>
    </dgm:pt>
    <dgm:pt modelId="{DA552016-AB82-41A1-949E-87A76B3A72D1}" type="pres">
      <dgm:prSet presAssocID="{B4B14E90-8864-4BE5-ACFB-937EE094B488}" presName="compNode" presStyleCnt="0"/>
      <dgm:spPr/>
    </dgm:pt>
    <dgm:pt modelId="{1F89AF39-7CA7-44F1-97D8-0A532A22106E}" type="pres">
      <dgm:prSet presAssocID="{B4B14E90-8864-4BE5-ACFB-937EE094B488}" presName="bgRect" presStyleLbl="bgShp" presStyleIdx="3" presStyleCnt="6"/>
      <dgm:spPr/>
    </dgm:pt>
    <dgm:pt modelId="{58C77BD0-C2B3-4FD5-A913-20144A6659EE}" type="pres">
      <dgm:prSet presAssocID="{B4B14E90-8864-4BE5-ACFB-937EE094B48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601756F-EC4D-4253-B6AE-96446D1F9815}" type="pres">
      <dgm:prSet presAssocID="{B4B14E90-8864-4BE5-ACFB-937EE094B488}" presName="spaceRect" presStyleCnt="0"/>
      <dgm:spPr/>
    </dgm:pt>
    <dgm:pt modelId="{BA32932F-6858-408E-9E4C-413FC55CB60F}" type="pres">
      <dgm:prSet presAssocID="{B4B14E90-8864-4BE5-ACFB-937EE094B488}" presName="parTx" presStyleLbl="revTx" presStyleIdx="3" presStyleCnt="6">
        <dgm:presLayoutVars>
          <dgm:chMax val="0"/>
          <dgm:chPref val="0"/>
        </dgm:presLayoutVars>
      </dgm:prSet>
      <dgm:spPr/>
    </dgm:pt>
    <dgm:pt modelId="{1E3A319B-4CC1-4AD3-ABC0-02871FE5F033}" type="pres">
      <dgm:prSet presAssocID="{35BDD084-E739-4084-B450-12533B35BF5A}" presName="sibTrans" presStyleCnt="0"/>
      <dgm:spPr/>
    </dgm:pt>
    <dgm:pt modelId="{56171769-DE78-4DF6-A499-0FB2A6C86931}" type="pres">
      <dgm:prSet presAssocID="{7A547C0D-42F5-43AE-AB44-4B10A4CFACA3}" presName="compNode" presStyleCnt="0"/>
      <dgm:spPr/>
    </dgm:pt>
    <dgm:pt modelId="{0FB21117-02E7-4A7D-92BB-2C3018E505AF}" type="pres">
      <dgm:prSet presAssocID="{7A547C0D-42F5-43AE-AB44-4B10A4CFACA3}" presName="bgRect" presStyleLbl="bgShp" presStyleIdx="4" presStyleCnt="6"/>
      <dgm:spPr/>
    </dgm:pt>
    <dgm:pt modelId="{341A9BD1-F20B-4356-AA78-142B1F218365}" type="pres">
      <dgm:prSet presAssocID="{7A547C0D-42F5-43AE-AB44-4B10A4CFACA3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6A11299-DBC8-476B-9CC7-C953987FB4E3}" type="pres">
      <dgm:prSet presAssocID="{7A547C0D-42F5-43AE-AB44-4B10A4CFACA3}" presName="spaceRect" presStyleCnt="0"/>
      <dgm:spPr/>
    </dgm:pt>
    <dgm:pt modelId="{F74C5C66-00C5-42FA-A940-6C44C887C730}" type="pres">
      <dgm:prSet presAssocID="{7A547C0D-42F5-43AE-AB44-4B10A4CFACA3}" presName="parTx" presStyleLbl="revTx" presStyleIdx="4" presStyleCnt="6">
        <dgm:presLayoutVars>
          <dgm:chMax val="0"/>
          <dgm:chPref val="0"/>
        </dgm:presLayoutVars>
      </dgm:prSet>
      <dgm:spPr/>
    </dgm:pt>
    <dgm:pt modelId="{79B17ED2-02A7-4FF0-804C-A0B720BDDEAB}" type="pres">
      <dgm:prSet presAssocID="{2FB5F7FD-A8F3-49C9-8447-BDEE1BCB17A7}" presName="sibTrans" presStyleCnt="0"/>
      <dgm:spPr/>
    </dgm:pt>
    <dgm:pt modelId="{D7F00CC6-A3EB-4DF0-ACC3-FA05412C178A}" type="pres">
      <dgm:prSet presAssocID="{618E0B23-BEEC-402B-AA6A-0EF2D603EFD8}" presName="compNode" presStyleCnt="0"/>
      <dgm:spPr/>
    </dgm:pt>
    <dgm:pt modelId="{D71B5F3E-47AB-4DC0-A54D-B02DD62C791D}" type="pres">
      <dgm:prSet presAssocID="{618E0B23-BEEC-402B-AA6A-0EF2D603EFD8}" presName="bgRect" presStyleLbl="bgShp" presStyleIdx="5" presStyleCnt="6"/>
      <dgm:spPr/>
    </dgm:pt>
    <dgm:pt modelId="{DAEB2A98-C59A-430E-9644-D499776030B3}" type="pres">
      <dgm:prSet presAssocID="{618E0B23-BEEC-402B-AA6A-0EF2D603EFD8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7DE6585-2A40-4945-8121-2E2E16E327D7}" type="pres">
      <dgm:prSet presAssocID="{618E0B23-BEEC-402B-AA6A-0EF2D603EFD8}" presName="spaceRect" presStyleCnt="0"/>
      <dgm:spPr/>
    </dgm:pt>
    <dgm:pt modelId="{D65372F3-6275-4BDA-9184-53AB56A77730}" type="pres">
      <dgm:prSet presAssocID="{618E0B23-BEEC-402B-AA6A-0EF2D603EFD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61E3F13-B77B-4EA4-B6E1-EAE720E4F5FC}" srcId="{58DED882-CBE0-4403-8CC8-9E7FAB284DB4}" destId="{618E0B23-BEEC-402B-AA6A-0EF2D603EFD8}" srcOrd="5" destOrd="0" parTransId="{594B90DE-07CD-44AA-A01E-C71F2B66529E}" sibTransId="{1B3CEF8A-8B34-4822-8A24-1946299FAEAB}"/>
    <dgm:cxn modelId="{56EC8F19-2CF4-4A99-B504-AFB4C6C22514}" srcId="{58DED882-CBE0-4403-8CC8-9E7FAB284DB4}" destId="{3960BAD9-1E85-49ED-8A87-4C4A238C54B1}" srcOrd="1" destOrd="0" parTransId="{E4CDFF9D-4286-482D-817E-51D1432C408F}" sibTransId="{3254374B-A87C-43FE-A8DB-04F924064DF2}"/>
    <dgm:cxn modelId="{DF713D28-375F-4346-AD2E-6D9332D82C7A}" type="presOf" srcId="{B4B14E90-8864-4BE5-ACFB-937EE094B488}" destId="{BA32932F-6858-408E-9E4C-413FC55CB60F}" srcOrd="0" destOrd="0" presId="urn:microsoft.com/office/officeart/2018/2/layout/IconVerticalSolidList"/>
    <dgm:cxn modelId="{D4194D6A-460B-473C-8F16-F29A5F673D3A}" type="presOf" srcId="{618E0B23-BEEC-402B-AA6A-0EF2D603EFD8}" destId="{D65372F3-6275-4BDA-9184-53AB56A77730}" srcOrd="0" destOrd="0" presId="urn:microsoft.com/office/officeart/2018/2/layout/IconVerticalSolidList"/>
    <dgm:cxn modelId="{3E0B644C-4D6A-4177-9D91-FF48D5EA6648}" type="presOf" srcId="{D8DFB691-23CB-4A28-A764-E280B341B869}" destId="{E9004D9A-D857-4A78-93E6-F5684B669E41}" srcOrd="0" destOrd="0" presId="urn:microsoft.com/office/officeart/2018/2/layout/IconVerticalSolidList"/>
    <dgm:cxn modelId="{F3A46176-C516-4BAB-8330-0AA58C41C418}" type="presOf" srcId="{58DED882-CBE0-4403-8CC8-9E7FAB284DB4}" destId="{4A5C4CEC-8AC4-4CE6-92FC-5B4C5ABF417A}" srcOrd="0" destOrd="0" presId="urn:microsoft.com/office/officeart/2018/2/layout/IconVerticalSolidList"/>
    <dgm:cxn modelId="{6FE5F37C-6C19-4EBC-AC11-D7E0589F1D35}" type="presOf" srcId="{3960BAD9-1E85-49ED-8A87-4C4A238C54B1}" destId="{6EFBA888-A606-4120-8ADF-CDA910D5A96B}" srcOrd="0" destOrd="0" presId="urn:microsoft.com/office/officeart/2018/2/layout/IconVerticalSolidList"/>
    <dgm:cxn modelId="{62EA1B88-F927-4AED-B91A-7EAEDCE7FE3F}" srcId="{58DED882-CBE0-4403-8CC8-9E7FAB284DB4}" destId="{B4B14E90-8864-4BE5-ACFB-937EE094B488}" srcOrd="3" destOrd="0" parTransId="{EF576422-B8EB-4275-9B34-12CB30AFF71F}" sibTransId="{35BDD084-E739-4084-B450-12533B35BF5A}"/>
    <dgm:cxn modelId="{6E028696-B94D-48DD-9C32-CA803AA9F0E4}" srcId="{58DED882-CBE0-4403-8CC8-9E7FAB284DB4}" destId="{D8DFB691-23CB-4A28-A764-E280B341B869}" srcOrd="2" destOrd="0" parTransId="{96464DAC-BB4E-438B-A8FA-7A02C13ACC7F}" sibTransId="{B8FEF93D-0E6C-4266-B3B1-191C65D74FAA}"/>
    <dgm:cxn modelId="{C4CDF2A1-7180-43B6-A6A1-C89ED01027CA}" srcId="{58DED882-CBE0-4403-8CC8-9E7FAB284DB4}" destId="{7DB71D70-F063-49CA-BA8E-371EE707B3BB}" srcOrd="0" destOrd="0" parTransId="{C2049F91-6B63-4009-A6CA-2984C7057384}" sibTransId="{5EE4AACB-C0A7-41D4-95D2-5B401819229D}"/>
    <dgm:cxn modelId="{223555A7-C881-449C-863D-19491185449B}" srcId="{58DED882-CBE0-4403-8CC8-9E7FAB284DB4}" destId="{7A547C0D-42F5-43AE-AB44-4B10A4CFACA3}" srcOrd="4" destOrd="0" parTransId="{C7BD9F11-4A17-4F0F-8D31-B342C9AE67CE}" sibTransId="{2FB5F7FD-A8F3-49C9-8447-BDEE1BCB17A7}"/>
    <dgm:cxn modelId="{4BFEE7B2-EE51-4DA8-B5BC-15624F514993}" type="presOf" srcId="{7A547C0D-42F5-43AE-AB44-4B10A4CFACA3}" destId="{F74C5C66-00C5-42FA-A940-6C44C887C730}" srcOrd="0" destOrd="0" presId="urn:microsoft.com/office/officeart/2018/2/layout/IconVerticalSolidList"/>
    <dgm:cxn modelId="{DEA6D1B9-5102-491B-9C2C-BFCC9764AE69}" type="presOf" srcId="{7DB71D70-F063-49CA-BA8E-371EE707B3BB}" destId="{B769AF4B-C4BE-46AF-8D43-09B3C45665CE}" srcOrd="0" destOrd="0" presId="urn:microsoft.com/office/officeart/2018/2/layout/IconVerticalSolidList"/>
    <dgm:cxn modelId="{36A8C1AD-E742-4AA8-A72B-A522B4D36E5A}" type="presParOf" srcId="{4A5C4CEC-8AC4-4CE6-92FC-5B4C5ABF417A}" destId="{070E49A3-7A8A-49D4-9895-A83959EE3FB3}" srcOrd="0" destOrd="0" presId="urn:microsoft.com/office/officeart/2018/2/layout/IconVerticalSolidList"/>
    <dgm:cxn modelId="{65CE1235-1815-48B3-A65E-6D4E67E7BD7E}" type="presParOf" srcId="{070E49A3-7A8A-49D4-9895-A83959EE3FB3}" destId="{87B81C65-8DF4-47AE-B4A0-BC827E7710CD}" srcOrd="0" destOrd="0" presId="urn:microsoft.com/office/officeart/2018/2/layout/IconVerticalSolidList"/>
    <dgm:cxn modelId="{6990AE16-59E2-4FB7-8542-C1997F94D729}" type="presParOf" srcId="{070E49A3-7A8A-49D4-9895-A83959EE3FB3}" destId="{4E03A2CA-2315-4D3B-956C-4BF0174EC803}" srcOrd="1" destOrd="0" presId="urn:microsoft.com/office/officeart/2018/2/layout/IconVerticalSolidList"/>
    <dgm:cxn modelId="{DF0B9B15-D285-49F4-84F8-750B8F3E64A4}" type="presParOf" srcId="{070E49A3-7A8A-49D4-9895-A83959EE3FB3}" destId="{F935EA2B-F8B0-44A7-91FC-D84AAE7C01FC}" srcOrd="2" destOrd="0" presId="urn:microsoft.com/office/officeart/2018/2/layout/IconVerticalSolidList"/>
    <dgm:cxn modelId="{E1DA58AB-200A-4C6C-918B-4AE140B3DA20}" type="presParOf" srcId="{070E49A3-7A8A-49D4-9895-A83959EE3FB3}" destId="{B769AF4B-C4BE-46AF-8D43-09B3C45665CE}" srcOrd="3" destOrd="0" presId="urn:microsoft.com/office/officeart/2018/2/layout/IconVerticalSolidList"/>
    <dgm:cxn modelId="{5F67766A-121E-4555-8242-F082A24F5148}" type="presParOf" srcId="{4A5C4CEC-8AC4-4CE6-92FC-5B4C5ABF417A}" destId="{128B424A-260A-4A15-9DB9-F9677C7CA4C6}" srcOrd="1" destOrd="0" presId="urn:microsoft.com/office/officeart/2018/2/layout/IconVerticalSolidList"/>
    <dgm:cxn modelId="{DFDC68E3-11D4-42B5-A2BB-7AB9C83C949E}" type="presParOf" srcId="{4A5C4CEC-8AC4-4CE6-92FC-5B4C5ABF417A}" destId="{86ACCF94-E41B-4AE2-8204-6D8A529B8604}" srcOrd="2" destOrd="0" presId="urn:microsoft.com/office/officeart/2018/2/layout/IconVerticalSolidList"/>
    <dgm:cxn modelId="{400B2C43-14CE-4459-8713-816CF34AF99F}" type="presParOf" srcId="{86ACCF94-E41B-4AE2-8204-6D8A529B8604}" destId="{DA3095E7-0D82-4793-BC68-B340DDA6D35F}" srcOrd="0" destOrd="0" presId="urn:microsoft.com/office/officeart/2018/2/layout/IconVerticalSolidList"/>
    <dgm:cxn modelId="{FEE39DF7-AC49-4CF8-A6EF-5ADE925F6A45}" type="presParOf" srcId="{86ACCF94-E41B-4AE2-8204-6D8A529B8604}" destId="{9FA872A7-E17E-43A3-BEA2-B5FA46027BB4}" srcOrd="1" destOrd="0" presId="urn:microsoft.com/office/officeart/2018/2/layout/IconVerticalSolidList"/>
    <dgm:cxn modelId="{13FE153C-611D-4290-8CD8-04E1F533660B}" type="presParOf" srcId="{86ACCF94-E41B-4AE2-8204-6D8A529B8604}" destId="{1489D2E8-5E67-4A41-BCFC-B69C6906E623}" srcOrd="2" destOrd="0" presId="urn:microsoft.com/office/officeart/2018/2/layout/IconVerticalSolidList"/>
    <dgm:cxn modelId="{833B8698-A820-40C7-A136-A620A16F8F3D}" type="presParOf" srcId="{86ACCF94-E41B-4AE2-8204-6D8A529B8604}" destId="{6EFBA888-A606-4120-8ADF-CDA910D5A96B}" srcOrd="3" destOrd="0" presId="urn:microsoft.com/office/officeart/2018/2/layout/IconVerticalSolidList"/>
    <dgm:cxn modelId="{A0093E8C-81EA-4E60-A18A-C3F0AAD8A8D7}" type="presParOf" srcId="{4A5C4CEC-8AC4-4CE6-92FC-5B4C5ABF417A}" destId="{2B26B3E5-BE2F-4B9A-8F1A-1BB788150F9F}" srcOrd="3" destOrd="0" presId="urn:microsoft.com/office/officeart/2018/2/layout/IconVerticalSolidList"/>
    <dgm:cxn modelId="{8F9D7789-B1F6-4994-906F-46E04BCD0D2B}" type="presParOf" srcId="{4A5C4CEC-8AC4-4CE6-92FC-5B4C5ABF417A}" destId="{A2150642-7F78-4235-A98F-B0BB80C1894D}" srcOrd="4" destOrd="0" presId="urn:microsoft.com/office/officeart/2018/2/layout/IconVerticalSolidList"/>
    <dgm:cxn modelId="{8BFEADEC-C790-4276-812C-C4F1FF013CE1}" type="presParOf" srcId="{A2150642-7F78-4235-A98F-B0BB80C1894D}" destId="{7A0B527C-FC67-464D-9B49-38E4A3FA1A0A}" srcOrd="0" destOrd="0" presId="urn:microsoft.com/office/officeart/2018/2/layout/IconVerticalSolidList"/>
    <dgm:cxn modelId="{83FB07AD-0BFD-4BE6-9914-976E41E531BF}" type="presParOf" srcId="{A2150642-7F78-4235-A98F-B0BB80C1894D}" destId="{B31346E8-A949-43B3-91D4-C392F76F4003}" srcOrd="1" destOrd="0" presId="urn:microsoft.com/office/officeart/2018/2/layout/IconVerticalSolidList"/>
    <dgm:cxn modelId="{E486E54A-8F92-43F1-B001-961F365FE5CA}" type="presParOf" srcId="{A2150642-7F78-4235-A98F-B0BB80C1894D}" destId="{BE2FFD4C-856E-4A1F-B68F-DF3A9C4B9674}" srcOrd="2" destOrd="0" presId="urn:microsoft.com/office/officeart/2018/2/layout/IconVerticalSolidList"/>
    <dgm:cxn modelId="{13BD903B-05C6-41B4-8C20-E41D994E4621}" type="presParOf" srcId="{A2150642-7F78-4235-A98F-B0BB80C1894D}" destId="{E9004D9A-D857-4A78-93E6-F5684B669E41}" srcOrd="3" destOrd="0" presId="urn:microsoft.com/office/officeart/2018/2/layout/IconVerticalSolidList"/>
    <dgm:cxn modelId="{BFDB58FA-BBF5-4EAA-9EA0-5EAEDAF9032C}" type="presParOf" srcId="{4A5C4CEC-8AC4-4CE6-92FC-5B4C5ABF417A}" destId="{B0D43DED-908A-4594-BF70-2ABDFAF53795}" srcOrd="5" destOrd="0" presId="urn:microsoft.com/office/officeart/2018/2/layout/IconVerticalSolidList"/>
    <dgm:cxn modelId="{C0B95A65-DF63-49B1-A644-DB1A37FCF41D}" type="presParOf" srcId="{4A5C4CEC-8AC4-4CE6-92FC-5B4C5ABF417A}" destId="{DA552016-AB82-41A1-949E-87A76B3A72D1}" srcOrd="6" destOrd="0" presId="urn:microsoft.com/office/officeart/2018/2/layout/IconVerticalSolidList"/>
    <dgm:cxn modelId="{5A9D0971-14B5-4245-A7A8-13065A9C7154}" type="presParOf" srcId="{DA552016-AB82-41A1-949E-87A76B3A72D1}" destId="{1F89AF39-7CA7-44F1-97D8-0A532A22106E}" srcOrd="0" destOrd="0" presId="urn:microsoft.com/office/officeart/2018/2/layout/IconVerticalSolidList"/>
    <dgm:cxn modelId="{B18F0C54-DEDC-4A75-B47B-D5B663305541}" type="presParOf" srcId="{DA552016-AB82-41A1-949E-87A76B3A72D1}" destId="{58C77BD0-C2B3-4FD5-A913-20144A6659EE}" srcOrd="1" destOrd="0" presId="urn:microsoft.com/office/officeart/2018/2/layout/IconVerticalSolidList"/>
    <dgm:cxn modelId="{3E605DBF-73D3-42DC-9F4A-4440CD7FD368}" type="presParOf" srcId="{DA552016-AB82-41A1-949E-87A76B3A72D1}" destId="{9601756F-EC4D-4253-B6AE-96446D1F9815}" srcOrd="2" destOrd="0" presId="urn:microsoft.com/office/officeart/2018/2/layout/IconVerticalSolidList"/>
    <dgm:cxn modelId="{6FD696E6-F6C5-46E9-B779-3A304DEFD1EB}" type="presParOf" srcId="{DA552016-AB82-41A1-949E-87A76B3A72D1}" destId="{BA32932F-6858-408E-9E4C-413FC55CB60F}" srcOrd="3" destOrd="0" presId="urn:microsoft.com/office/officeart/2018/2/layout/IconVerticalSolidList"/>
    <dgm:cxn modelId="{5650CE36-E681-40B3-AC37-34DF598D2060}" type="presParOf" srcId="{4A5C4CEC-8AC4-4CE6-92FC-5B4C5ABF417A}" destId="{1E3A319B-4CC1-4AD3-ABC0-02871FE5F033}" srcOrd="7" destOrd="0" presId="urn:microsoft.com/office/officeart/2018/2/layout/IconVerticalSolidList"/>
    <dgm:cxn modelId="{5278E537-28D9-4DFD-B25F-EFF7ED9E49E9}" type="presParOf" srcId="{4A5C4CEC-8AC4-4CE6-92FC-5B4C5ABF417A}" destId="{56171769-DE78-4DF6-A499-0FB2A6C86931}" srcOrd="8" destOrd="0" presId="urn:microsoft.com/office/officeart/2018/2/layout/IconVerticalSolidList"/>
    <dgm:cxn modelId="{F2CE94D7-C3F7-418B-AF4D-4D46F0D8CD35}" type="presParOf" srcId="{56171769-DE78-4DF6-A499-0FB2A6C86931}" destId="{0FB21117-02E7-4A7D-92BB-2C3018E505AF}" srcOrd="0" destOrd="0" presId="urn:microsoft.com/office/officeart/2018/2/layout/IconVerticalSolidList"/>
    <dgm:cxn modelId="{597F0E77-B03F-45FA-A596-A206B32290B4}" type="presParOf" srcId="{56171769-DE78-4DF6-A499-0FB2A6C86931}" destId="{341A9BD1-F20B-4356-AA78-142B1F218365}" srcOrd="1" destOrd="0" presId="urn:microsoft.com/office/officeart/2018/2/layout/IconVerticalSolidList"/>
    <dgm:cxn modelId="{28542F65-AAA3-4152-A0D6-31A173E1E11B}" type="presParOf" srcId="{56171769-DE78-4DF6-A499-0FB2A6C86931}" destId="{76A11299-DBC8-476B-9CC7-C953987FB4E3}" srcOrd="2" destOrd="0" presId="urn:microsoft.com/office/officeart/2018/2/layout/IconVerticalSolidList"/>
    <dgm:cxn modelId="{E3630463-4744-479E-AFD8-80BA480F4D64}" type="presParOf" srcId="{56171769-DE78-4DF6-A499-0FB2A6C86931}" destId="{F74C5C66-00C5-42FA-A940-6C44C887C730}" srcOrd="3" destOrd="0" presId="urn:microsoft.com/office/officeart/2018/2/layout/IconVerticalSolidList"/>
    <dgm:cxn modelId="{6C87F13E-A3F4-4C7F-8597-F11748524C02}" type="presParOf" srcId="{4A5C4CEC-8AC4-4CE6-92FC-5B4C5ABF417A}" destId="{79B17ED2-02A7-4FF0-804C-A0B720BDDEAB}" srcOrd="9" destOrd="0" presId="urn:microsoft.com/office/officeart/2018/2/layout/IconVerticalSolidList"/>
    <dgm:cxn modelId="{76E6A423-05E9-4C48-82BA-23030F5F9A6E}" type="presParOf" srcId="{4A5C4CEC-8AC4-4CE6-92FC-5B4C5ABF417A}" destId="{D7F00CC6-A3EB-4DF0-ACC3-FA05412C178A}" srcOrd="10" destOrd="0" presId="urn:microsoft.com/office/officeart/2018/2/layout/IconVerticalSolidList"/>
    <dgm:cxn modelId="{2053C724-40C5-4FCE-AF00-324502B2EC89}" type="presParOf" srcId="{D7F00CC6-A3EB-4DF0-ACC3-FA05412C178A}" destId="{D71B5F3E-47AB-4DC0-A54D-B02DD62C791D}" srcOrd="0" destOrd="0" presId="urn:microsoft.com/office/officeart/2018/2/layout/IconVerticalSolidList"/>
    <dgm:cxn modelId="{5AFE2CC8-C870-4CFD-8E33-33B71F22D0D3}" type="presParOf" srcId="{D7F00CC6-A3EB-4DF0-ACC3-FA05412C178A}" destId="{DAEB2A98-C59A-430E-9644-D499776030B3}" srcOrd="1" destOrd="0" presId="urn:microsoft.com/office/officeart/2018/2/layout/IconVerticalSolidList"/>
    <dgm:cxn modelId="{22DBD27B-EB8E-4B10-BE26-65F1EC529C7F}" type="presParOf" srcId="{D7F00CC6-A3EB-4DF0-ACC3-FA05412C178A}" destId="{57DE6585-2A40-4945-8121-2E2E16E327D7}" srcOrd="2" destOrd="0" presId="urn:microsoft.com/office/officeart/2018/2/layout/IconVerticalSolidList"/>
    <dgm:cxn modelId="{010073B6-67C8-471B-85F1-DD6DABF6B3E9}" type="presParOf" srcId="{D7F00CC6-A3EB-4DF0-ACC3-FA05412C178A}" destId="{D65372F3-6275-4BDA-9184-53AB56A777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E790C4-0C0C-4E76-A2FB-85884BE583B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042A4A-7D3C-451A-BE85-B78C22534F11}">
      <dgm:prSet/>
      <dgm:spPr/>
      <dgm:t>
        <a:bodyPr/>
        <a:lstStyle/>
        <a:p>
          <a:r>
            <a:rPr lang="en-US"/>
            <a:t>• Authentication</a:t>
          </a:r>
        </a:p>
      </dgm:t>
    </dgm:pt>
    <dgm:pt modelId="{62B14E8C-3EED-48C1-82B8-99E0925C2619}" type="parTrans" cxnId="{401BE345-201B-4164-B656-1311885E5513}">
      <dgm:prSet/>
      <dgm:spPr/>
      <dgm:t>
        <a:bodyPr/>
        <a:lstStyle/>
        <a:p>
          <a:endParaRPr lang="en-US"/>
        </a:p>
      </dgm:t>
    </dgm:pt>
    <dgm:pt modelId="{2E54AE32-B09D-4DC8-90BB-D443C2B2D834}" type="sibTrans" cxnId="{401BE345-201B-4164-B656-1311885E5513}">
      <dgm:prSet/>
      <dgm:spPr/>
      <dgm:t>
        <a:bodyPr/>
        <a:lstStyle/>
        <a:p>
          <a:endParaRPr lang="en-US"/>
        </a:p>
      </dgm:t>
    </dgm:pt>
    <dgm:pt modelId="{6255A472-2137-4B3E-B59D-CB703806BFB4}">
      <dgm:prSet/>
      <dgm:spPr/>
      <dgm:t>
        <a:bodyPr/>
        <a:lstStyle/>
        <a:p>
          <a:r>
            <a:rPr lang="en-US"/>
            <a:t>• Authorization</a:t>
          </a:r>
        </a:p>
      </dgm:t>
    </dgm:pt>
    <dgm:pt modelId="{780E9954-D2C1-4C7C-ABAA-C8B68792A0B9}" type="parTrans" cxnId="{BE63699D-C314-490E-8071-5AEFAFD3DF17}">
      <dgm:prSet/>
      <dgm:spPr/>
      <dgm:t>
        <a:bodyPr/>
        <a:lstStyle/>
        <a:p>
          <a:endParaRPr lang="en-US"/>
        </a:p>
      </dgm:t>
    </dgm:pt>
    <dgm:pt modelId="{25F885DA-6B6C-45F2-81FF-C8D9ACB68A78}" type="sibTrans" cxnId="{BE63699D-C314-490E-8071-5AEFAFD3DF17}">
      <dgm:prSet/>
      <dgm:spPr/>
      <dgm:t>
        <a:bodyPr/>
        <a:lstStyle/>
        <a:p>
          <a:endParaRPr lang="en-US"/>
        </a:p>
      </dgm:t>
    </dgm:pt>
    <dgm:pt modelId="{C093C513-BAF0-4453-A3CE-EBF4EC1A7D58}">
      <dgm:prSet/>
      <dgm:spPr/>
      <dgm:t>
        <a:bodyPr/>
        <a:lstStyle/>
        <a:p>
          <a:r>
            <a:rPr lang="en-US"/>
            <a:t>• Password protection</a:t>
          </a:r>
        </a:p>
      </dgm:t>
    </dgm:pt>
    <dgm:pt modelId="{1CE61F58-25A3-4869-BADA-22BBF0192916}" type="parTrans" cxnId="{7AC8A056-A6EC-42A7-8A11-7CFD8BDE88FD}">
      <dgm:prSet/>
      <dgm:spPr/>
      <dgm:t>
        <a:bodyPr/>
        <a:lstStyle/>
        <a:p>
          <a:endParaRPr lang="en-US"/>
        </a:p>
      </dgm:t>
    </dgm:pt>
    <dgm:pt modelId="{598578A9-D9A9-47C5-8D73-8F3D2BF9F21D}" type="sibTrans" cxnId="{7AC8A056-A6EC-42A7-8A11-7CFD8BDE88FD}">
      <dgm:prSet/>
      <dgm:spPr/>
      <dgm:t>
        <a:bodyPr/>
        <a:lstStyle/>
        <a:p>
          <a:endParaRPr lang="en-US"/>
        </a:p>
      </dgm:t>
    </dgm:pt>
    <dgm:pt modelId="{03DF1ED7-0479-4B75-90A0-A7EA84674991}">
      <dgm:prSet/>
      <dgm:spPr/>
      <dgm:t>
        <a:bodyPr/>
        <a:lstStyle/>
        <a:p>
          <a:r>
            <a:rPr lang="en-US"/>
            <a:t>• Backend security layer</a:t>
          </a:r>
        </a:p>
      </dgm:t>
    </dgm:pt>
    <dgm:pt modelId="{CC046F9B-8298-4114-95E8-6D4BE15D5503}" type="parTrans" cxnId="{EADDA04D-5471-4310-91C3-78361B11AFEB}">
      <dgm:prSet/>
      <dgm:spPr/>
      <dgm:t>
        <a:bodyPr/>
        <a:lstStyle/>
        <a:p>
          <a:endParaRPr lang="en-US"/>
        </a:p>
      </dgm:t>
    </dgm:pt>
    <dgm:pt modelId="{E199FD01-E91D-4550-AB96-4B47940965A2}" type="sibTrans" cxnId="{EADDA04D-5471-4310-91C3-78361B11AFEB}">
      <dgm:prSet/>
      <dgm:spPr/>
      <dgm:t>
        <a:bodyPr/>
        <a:lstStyle/>
        <a:p>
          <a:endParaRPr lang="en-US"/>
        </a:p>
      </dgm:t>
    </dgm:pt>
    <dgm:pt modelId="{20CE11C2-84C7-4D47-90BC-F7E1183B78A8}">
      <dgm:prSet/>
      <dgm:spPr/>
      <dgm:t>
        <a:bodyPr/>
        <a:lstStyle/>
        <a:p>
          <a:r>
            <a:rPr lang="en-US"/>
            <a:t>Backend protects database from unauthorized access.</a:t>
          </a:r>
        </a:p>
      </dgm:t>
    </dgm:pt>
    <dgm:pt modelId="{2A3D00E6-F654-48C9-BFA7-832354599035}" type="parTrans" cxnId="{D8AEF370-1959-477F-A994-7ACD65B5CDBC}">
      <dgm:prSet/>
      <dgm:spPr/>
      <dgm:t>
        <a:bodyPr/>
        <a:lstStyle/>
        <a:p>
          <a:endParaRPr lang="en-US"/>
        </a:p>
      </dgm:t>
    </dgm:pt>
    <dgm:pt modelId="{55083F87-C617-46E4-84CD-275F1BA2CB7C}" type="sibTrans" cxnId="{D8AEF370-1959-477F-A994-7ACD65B5CDBC}">
      <dgm:prSet/>
      <dgm:spPr/>
      <dgm:t>
        <a:bodyPr/>
        <a:lstStyle/>
        <a:p>
          <a:endParaRPr lang="en-US"/>
        </a:p>
      </dgm:t>
    </dgm:pt>
    <dgm:pt modelId="{DB1928C5-8895-4980-84DC-7DABC6336DD6}" type="pres">
      <dgm:prSet presAssocID="{69E790C4-0C0C-4E76-A2FB-85884BE583BA}" presName="diagram" presStyleCnt="0">
        <dgm:presLayoutVars>
          <dgm:dir/>
          <dgm:resizeHandles val="exact"/>
        </dgm:presLayoutVars>
      </dgm:prSet>
      <dgm:spPr/>
    </dgm:pt>
    <dgm:pt modelId="{2F4A35F4-9C58-49B1-8A03-65FC9F08A8A5}" type="pres">
      <dgm:prSet presAssocID="{2D042A4A-7D3C-451A-BE85-B78C22534F11}" presName="node" presStyleLbl="node1" presStyleIdx="0" presStyleCnt="5">
        <dgm:presLayoutVars>
          <dgm:bulletEnabled val="1"/>
        </dgm:presLayoutVars>
      </dgm:prSet>
      <dgm:spPr/>
    </dgm:pt>
    <dgm:pt modelId="{5999B196-3AD6-426E-9A6C-CB5081FEEB13}" type="pres">
      <dgm:prSet presAssocID="{2E54AE32-B09D-4DC8-90BB-D443C2B2D834}" presName="sibTrans" presStyleCnt="0"/>
      <dgm:spPr/>
    </dgm:pt>
    <dgm:pt modelId="{0AF6D184-FF5E-4261-8AFE-9CBE28F02211}" type="pres">
      <dgm:prSet presAssocID="{6255A472-2137-4B3E-B59D-CB703806BFB4}" presName="node" presStyleLbl="node1" presStyleIdx="1" presStyleCnt="5">
        <dgm:presLayoutVars>
          <dgm:bulletEnabled val="1"/>
        </dgm:presLayoutVars>
      </dgm:prSet>
      <dgm:spPr/>
    </dgm:pt>
    <dgm:pt modelId="{44074F71-99B7-4E77-BACE-B93DC375DA66}" type="pres">
      <dgm:prSet presAssocID="{25F885DA-6B6C-45F2-81FF-C8D9ACB68A78}" presName="sibTrans" presStyleCnt="0"/>
      <dgm:spPr/>
    </dgm:pt>
    <dgm:pt modelId="{A8568F2A-4B0B-425D-B145-1BB6F589F977}" type="pres">
      <dgm:prSet presAssocID="{C093C513-BAF0-4453-A3CE-EBF4EC1A7D58}" presName="node" presStyleLbl="node1" presStyleIdx="2" presStyleCnt="5">
        <dgm:presLayoutVars>
          <dgm:bulletEnabled val="1"/>
        </dgm:presLayoutVars>
      </dgm:prSet>
      <dgm:spPr/>
    </dgm:pt>
    <dgm:pt modelId="{2DA74244-EEC5-43CE-A5C6-8A70585FEFBB}" type="pres">
      <dgm:prSet presAssocID="{598578A9-D9A9-47C5-8D73-8F3D2BF9F21D}" presName="sibTrans" presStyleCnt="0"/>
      <dgm:spPr/>
    </dgm:pt>
    <dgm:pt modelId="{9748C07C-7FA5-4B4B-A354-D1654C9FE4D4}" type="pres">
      <dgm:prSet presAssocID="{03DF1ED7-0479-4B75-90A0-A7EA84674991}" presName="node" presStyleLbl="node1" presStyleIdx="3" presStyleCnt="5">
        <dgm:presLayoutVars>
          <dgm:bulletEnabled val="1"/>
        </dgm:presLayoutVars>
      </dgm:prSet>
      <dgm:spPr/>
    </dgm:pt>
    <dgm:pt modelId="{F40B7E0B-8829-4147-9326-7A0EC8C7C5CA}" type="pres">
      <dgm:prSet presAssocID="{E199FD01-E91D-4550-AB96-4B47940965A2}" presName="sibTrans" presStyleCnt="0"/>
      <dgm:spPr/>
    </dgm:pt>
    <dgm:pt modelId="{0BF02202-DF44-420C-A937-E107CD14A915}" type="pres">
      <dgm:prSet presAssocID="{20CE11C2-84C7-4D47-90BC-F7E1183B78A8}" presName="node" presStyleLbl="node1" presStyleIdx="4" presStyleCnt="5">
        <dgm:presLayoutVars>
          <dgm:bulletEnabled val="1"/>
        </dgm:presLayoutVars>
      </dgm:prSet>
      <dgm:spPr/>
    </dgm:pt>
  </dgm:ptLst>
  <dgm:cxnLst>
    <dgm:cxn modelId="{ED82E52C-9D9F-456B-BD54-CB1B3E9C5897}" type="presOf" srcId="{03DF1ED7-0479-4B75-90A0-A7EA84674991}" destId="{9748C07C-7FA5-4B4B-A354-D1654C9FE4D4}" srcOrd="0" destOrd="0" presId="urn:microsoft.com/office/officeart/2005/8/layout/default"/>
    <dgm:cxn modelId="{401BE345-201B-4164-B656-1311885E5513}" srcId="{69E790C4-0C0C-4E76-A2FB-85884BE583BA}" destId="{2D042A4A-7D3C-451A-BE85-B78C22534F11}" srcOrd="0" destOrd="0" parTransId="{62B14E8C-3EED-48C1-82B8-99E0925C2619}" sibTransId="{2E54AE32-B09D-4DC8-90BB-D443C2B2D834}"/>
    <dgm:cxn modelId="{7029A948-9D31-4EB8-9859-D32FAC440869}" type="presOf" srcId="{69E790C4-0C0C-4E76-A2FB-85884BE583BA}" destId="{DB1928C5-8895-4980-84DC-7DABC6336DD6}" srcOrd="0" destOrd="0" presId="urn:microsoft.com/office/officeart/2005/8/layout/default"/>
    <dgm:cxn modelId="{EADDA04D-5471-4310-91C3-78361B11AFEB}" srcId="{69E790C4-0C0C-4E76-A2FB-85884BE583BA}" destId="{03DF1ED7-0479-4B75-90A0-A7EA84674991}" srcOrd="3" destOrd="0" parTransId="{CC046F9B-8298-4114-95E8-6D4BE15D5503}" sibTransId="{E199FD01-E91D-4550-AB96-4B47940965A2}"/>
    <dgm:cxn modelId="{D8AEF370-1959-477F-A994-7ACD65B5CDBC}" srcId="{69E790C4-0C0C-4E76-A2FB-85884BE583BA}" destId="{20CE11C2-84C7-4D47-90BC-F7E1183B78A8}" srcOrd="4" destOrd="0" parTransId="{2A3D00E6-F654-48C9-BFA7-832354599035}" sibTransId="{55083F87-C617-46E4-84CD-275F1BA2CB7C}"/>
    <dgm:cxn modelId="{7AC8A056-A6EC-42A7-8A11-7CFD8BDE88FD}" srcId="{69E790C4-0C0C-4E76-A2FB-85884BE583BA}" destId="{C093C513-BAF0-4453-A3CE-EBF4EC1A7D58}" srcOrd="2" destOrd="0" parTransId="{1CE61F58-25A3-4869-BADA-22BBF0192916}" sibTransId="{598578A9-D9A9-47C5-8D73-8F3D2BF9F21D}"/>
    <dgm:cxn modelId="{2B233295-B251-4DC3-85E5-D56B4FFF434A}" type="presOf" srcId="{6255A472-2137-4B3E-B59D-CB703806BFB4}" destId="{0AF6D184-FF5E-4261-8AFE-9CBE28F02211}" srcOrd="0" destOrd="0" presId="urn:microsoft.com/office/officeart/2005/8/layout/default"/>
    <dgm:cxn modelId="{F930399D-9EC3-488A-94D2-C743CD9F483C}" type="presOf" srcId="{20CE11C2-84C7-4D47-90BC-F7E1183B78A8}" destId="{0BF02202-DF44-420C-A937-E107CD14A915}" srcOrd="0" destOrd="0" presId="urn:microsoft.com/office/officeart/2005/8/layout/default"/>
    <dgm:cxn modelId="{BE63699D-C314-490E-8071-5AEFAFD3DF17}" srcId="{69E790C4-0C0C-4E76-A2FB-85884BE583BA}" destId="{6255A472-2137-4B3E-B59D-CB703806BFB4}" srcOrd="1" destOrd="0" parTransId="{780E9954-D2C1-4C7C-ABAA-C8B68792A0B9}" sibTransId="{25F885DA-6B6C-45F2-81FF-C8D9ACB68A78}"/>
    <dgm:cxn modelId="{255FDF9E-8C6E-4146-91B8-F30DFF688F7B}" type="presOf" srcId="{C093C513-BAF0-4453-A3CE-EBF4EC1A7D58}" destId="{A8568F2A-4B0B-425D-B145-1BB6F589F977}" srcOrd="0" destOrd="0" presId="urn:microsoft.com/office/officeart/2005/8/layout/default"/>
    <dgm:cxn modelId="{D1ACA3DE-8B57-4491-9F84-37B6D832C76E}" type="presOf" srcId="{2D042A4A-7D3C-451A-BE85-B78C22534F11}" destId="{2F4A35F4-9C58-49B1-8A03-65FC9F08A8A5}" srcOrd="0" destOrd="0" presId="urn:microsoft.com/office/officeart/2005/8/layout/default"/>
    <dgm:cxn modelId="{D76E1E2A-888E-4009-8F34-FA8766E0D09A}" type="presParOf" srcId="{DB1928C5-8895-4980-84DC-7DABC6336DD6}" destId="{2F4A35F4-9C58-49B1-8A03-65FC9F08A8A5}" srcOrd="0" destOrd="0" presId="urn:microsoft.com/office/officeart/2005/8/layout/default"/>
    <dgm:cxn modelId="{566277D8-8B4F-444F-940C-B8E29BDBA182}" type="presParOf" srcId="{DB1928C5-8895-4980-84DC-7DABC6336DD6}" destId="{5999B196-3AD6-426E-9A6C-CB5081FEEB13}" srcOrd="1" destOrd="0" presId="urn:microsoft.com/office/officeart/2005/8/layout/default"/>
    <dgm:cxn modelId="{8D127672-D13D-4AB8-9A1E-E3B60EE1FAF6}" type="presParOf" srcId="{DB1928C5-8895-4980-84DC-7DABC6336DD6}" destId="{0AF6D184-FF5E-4261-8AFE-9CBE28F02211}" srcOrd="2" destOrd="0" presId="urn:microsoft.com/office/officeart/2005/8/layout/default"/>
    <dgm:cxn modelId="{DBE2A82F-F03F-4E2F-9398-447100A9EB28}" type="presParOf" srcId="{DB1928C5-8895-4980-84DC-7DABC6336DD6}" destId="{44074F71-99B7-4E77-BACE-B93DC375DA66}" srcOrd="3" destOrd="0" presId="urn:microsoft.com/office/officeart/2005/8/layout/default"/>
    <dgm:cxn modelId="{18734505-6DC4-4558-A97E-308CDA205B8C}" type="presParOf" srcId="{DB1928C5-8895-4980-84DC-7DABC6336DD6}" destId="{A8568F2A-4B0B-425D-B145-1BB6F589F977}" srcOrd="4" destOrd="0" presId="urn:microsoft.com/office/officeart/2005/8/layout/default"/>
    <dgm:cxn modelId="{C4D6BB42-3AD6-4F42-AB82-4B15ADA9BB37}" type="presParOf" srcId="{DB1928C5-8895-4980-84DC-7DABC6336DD6}" destId="{2DA74244-EEC5-43CE-A5C6-8A70585FEFBB}" srcOrd="5" destOrd="0" presId="urn:microsoft.com/office/officeart/2005/8/layout/default"/>
    <dgm:cxn modelId="{1AD4D968-6DD0-4ABF-B0FE-5F239B4B5C02}" type="presParOf" srcId="{DB1928C5-8895-4980-84DC-7DABC6336DD6}" destId="{9748C07C-7FA5-4B4B-A354-D1654C9FE4D4}" srcOrd="6" destOrd="0" presId="urn:microsoft.com/office/officeart/2005/8/layout/default"/>
    <dgm:cxn modelId="{9EF1D42B-6953-4976-8C17-E3BF1A2B37D0}" type="presParOf" srcId="{DB1928C5-8895-4980-84DC-7DABC6336DD6}" destId="{F40B7E0B-8829-4147-9326-7A0EC8C7C5CA}" srcOrd="7" destOrd="0" presId="urn:microsoft.com/office/officeart/2005/8/layout/default"/>
    <dgm:cxn modelId="{D1108749-5EB0-4134-A0B2-5D0247C813F5}" type="presParOf" srcId="{DB1928C5-8895-4980-84DC-7DABC6336DD6}" destId="{0BF02202-DF44-420C-A937-E107CD14A91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330446-693B-423F-91B8-0206BE31830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A3A756-5627-4CC8-998A-1211B51AD309}">
      <dgm:prSet/>
      <dgm:spPr/>
      <dgm:t>
        <a:bodyPr/>
        <a:lstStyle/>
        <a:p>
          <a:r>
            <a:rPr lang="en-US"/>
            <a:t>Instagram → User accounts &amp; feeds</a:t>
          </a:r>
        </a:p>
      </dgm:t>
    </dgm:pt>
    <dgm:pt modelId="{D346BB4E-E919-438A-939E-EFA756D85E15}" type="parTrans" cxnId="{9CA3655A-4B70-49DF-ADBD-86E6B280A500}">
      <dgm:prSet/>
      <dgm:spPr/>
      <dgm:t>
        <a:bodyPr/>
        <a:lstStyle/>
        <a:p>
          <a:endParaRPr lang="en-US"/>
        </a:p>
      </dgm:t>
    </dgm:pt>
    <dgm:pt modelId="{0AB2F298-1E70-48C5-A0B1-AD2CD4E1D912}" type="sibTrans" cxnId="{9CA3655A-4B70-49DF-ADBD-86E6B280A500}">
      <dgm:prSet/>
      <dgm:spPr/>
      <dgm:t>
        <a:bodyPr/>
        <a:lstStyle/>
        <a:p>
          <a:endParaRPr lang="en-US"/>
        </a:p>
      </dgm:t>
    </dgm:pt>
    <dgm:pt modelId="{A6D3FFE8-712C-467F-A648-F9EE652C6852}">
      <dgm:prSet/>
      <dgm:spPr/>
      <dgm:t>
        <a:bodyPr/>
        <a:lstStyle/>
        <a:p>
          <a:r>
            <a:rPr lang="en-US"/>
            <a:t>WhatsApp → Messaging system</a:t>
          </a:r>
        </a:p>
      </dgm:t>
    </dgm:pt>
    <dgm:pt modelId="{F37BC371-3231-4143-98B1-08B2FF1794E0}" type="parTrans" cxnId="{14EEFD11-9F57-4549-82CE-36F33BC04768}">
      <dgm:prSet/>
      <dgm:spPr/>
      <dgm:t>
        <a:bodyPr/>
        <a:lstStyle/>
        <a:p>
          <a:endParaRPr lang="en-US"/>
        </a:p>
      </dgm:t>
    </dgm:pt>
    <dgm:pt modelId="{4C58F08C-C1CC-4716-80B1-214ABDDC6E53}" type="sibTrans" cxnId="{14EEFD11-9F57-4549-82CE-36F33BC04768}">
      <dgm:prSet/>
      <dgm:spPr/>
      <dgm:t>
        <a:bodyPr/>
        <a:lstStyle/>
        <a:p>
          <a:endParaRPr lang="en-US"/>
        </a:p>
      </dgm:t>
    </dgm:pt>
    <dgm:pt modelId="{1B772DA5-7088-4288-AA62-8AF5CB774562}">
      <dgm:prSet/>
      <dgm:spPr/>
      <dgm:t>
        <a:bodyPr/>
        <a:lstStyle/>
        <a:p>
          <a:r>
            <a:rPr lang="en-US"/>
            <a:t>Amazon → Orders &amp; payments</a:t>
          </a:r>
        </a:p>
      </dgm:t>
    </dgm:pt>
    <dgm:pt modelId="{00CFD3C2-19E2-4079-8A84-E13B375EC722}" type="parTrans" cxnId="{4148B420-A544-4E6D-9D7D-624F3970CF8C}">
      <dgm:prSet/>
      <dgm:spPr/>
      <dgm:t>
        <a:bodyPr/>
        <a:lstStyle/>
        <a:p>
          <a:endParaRPr lang="en-US"/>
        </a:p>
      </dgm:t>
    </dgm:pt>
    <dgm:pt modelId="{CDD90310-2421-4E7B-BFAA-EF3126E0AFEB}" type="sibTrans" cxnId="{4148B420-A544-4E6D-9D7D-624F3970CF8C}">
      <dgm:prSet/>
      <dgm:spPr/>
      <dgm:t>
        <a:bodyPr/>
        <a:lstStyle/>
        <a:p>
          <a:endParaRPr lang="en-US"/>
        </a:p>
      </dgm:t>
    </dgm:pt>
    <dgm:pt modelId="{B8E968B8-E351-4FE2-8015-230C6919E604}">
      <dgm:prSet/>
      <dgm:spPr/>
      <dgm:t>
        <a:bodyPr/>
        <a:lstStyle/>
        <a:p>
          <a:r>
            <a:rPr lang="en-US"/>
            <a:t>YouTube → Videos &amp; recommendations</a:t>
          </a:r>
        </a:p>
      </dgm:t>
    </dgm:pt>
    <dgm:pt modelId="{3F7B9A23-F457-49BD-A204-73E959AC72C1}" type="parTrans" cxnId="{F7BF8011-794E-433E-B396-9D98848A2C19}">
      <dgm:prSet/>
      <dgm:spPr/>
      <dgm:t>
        <a:bodyPr/>
        <a:lstStyle/>
        <a:p>
          <a:endParaRPr lang="en-US"/>
        </a:p>
      </dgm:t>
    </dgm:pt>
    <dgm:pt modelId="{CAF34807-14A3-4219-8681-C1336DBF1F13}" type="sibTrans" cxnId="{F7BF8011-794E-433E-B396-9D98848A2C19}">
      <dgm:prSet/>
      <dgm:spPr/>
      <dgm:t>
        <a:bodyPr/>
        <a:lstStyle/>
        <a:p>
          <a:endParaRPr lang="en-US"/>
        </a:p>
      </dgm:t>
    </dgm:pt>
    <dgm:pt modelId="{D897F069-9991-420A-A56C-F6255C2A5F15}" type="pres">
      <dgm:prSet presAssocID="{12330446-693B-423F-91B8-0206BE318300}" presName="root" presStyleCnt="0">
        <dgm:presLayoutVars>
          <dgm:dir/>
          <dgm:resizeHandles val="exact"/>
        </dgm:presLayoutVars>
      </dgm:prSet>
      <dgm:spPr/>
    </dgm:pt>
    <dgm:pt modelId="{5270ADA6-93C3-4997-81B4-D1C6DD0582B1}" type="pres">
      <dgm:prSet presAssocID="{95A3A756-5627-4CC8-998A-1211B51AD309}" presName="compNode" presStyleCnt="0"/>
      <dgm:spPr/>
    </dgm:pt>
    <dgm:pt modelId="{D2CFEF0A-F74E-4FA0-912D-74CAD1933450}" type="pres">
      <dgm:prSet presAssocID="{95A3A756-5627-4CC8-998A-1211B51AD30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9F5E33F-9FB4-4439-89D3-89EE583CBAAD}" type="pres">
      <dgm:prSet presAssocID="{95A3A756-5627-4CC8-998A-1211B51AD309}" presName="spaceRect" presStyleCnt="0"/>
      <dgm:spPr/>
    </dgm:pt>
    <dgm:pt modelId="{AA1B0CB6-DE70-49F9-918E-13A74E97259D}" type="pres">
      <dgm:prSet presAssocID="{95A3A756-5627-4CC8-998A-1211B51AD309}" presName="textRect" presStyleLbl="revTx" presStyleIdx="0" presStyleCnt="4">
        <dgm:presLayoutVars>
          <dgm:chMax val="1"/>
          <dgm:chPref val="1"/>
        </dgm:presLayoutVars>
      </dgm:prSet>
      <dgm:spPr/>
    </dgm:pt>
    <dgm:pt modelId="{C4E8B57A-1BED-4FB0-B6A0-4005793869F9}" type="pres">
      <dgm:prSet presAssocID="{0AB2F298-1E70-48C5-A0B1-AD2CD4E1D912}" presName="sibTrans" presStyleCnt="0"/>
      <dgm:spPr/>
    </dgm:pt>
    <dgm:pt modelId="{19FE0C1D-A3B4-4E14-AC22-3FCDFAF77198}" type="pres">
      <dgm:prSet presAssocID="{A6D3FFE8-712C-467F-A648-F9EE652C6852}" presName="compNode" presStyleCnt="0"/>
      <dgm:spPr/>
    </dgm:pt>
    <dgm:pt modelId="{1D0A51A0-499F-4633-82EE-0541FA3FF05C}" type="pres">
      <dgm:prSet presAssocID="{A6D3FFE8-712C-467F-A648-F9EE652C685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C9585A1-547A-41C8-A97A-8DD19BD4D1C4}" type="pres">
      <dgm:prSet presAssocID="{A6D3FFE8-712C-467F-A648-F9EE652C6852}" presName="spaceRect" presStyleCnt="0"/>
      <dgm:spPr/>
    </dgm:pt>
    <dgm:pt modelId="{BF54453F-9783-450A-B3EE-040C6CAED0CE}" type="pres">
      <dgm:prSet presAssocID="{A6D3FFE8-712C-467F-A648-F9EE652C6852}" presName="textRect" presStyleLbl="revTx" presStyleIdx="1" presStyleCnt="4">
        <dgm:presLayoutVars>
          <dgm:chMax val="1"/>
          <dgm:chPref val="1"/>
        </dgm:presLayoutVars>
      </dgm:prSet>
      <dgm:spPr/>
    </dgm:pt>
    <dgm:pt modelId="{E5A821A9-BB8B-4FE6-97C6-E42611B92423}" type="pres">
      <dgm:prSet presAssocID="{4C58F08C-C1CC-4716-80B1-214ABDDC6E53}" presName="sibTrans" presStyleCnt="0"/>
      <dgm:spPr/>
    </dgm:pt>
    <dgm:pt modelId="{5A7CC3B6-2127-416E-B325-240588BDEA7E}" type="pres">
      <dgm:prSet presAssocID="{1B772DA5-7088-4288-AA62-8AF5CB774562}" presName="compNode" presStyleCnt="0"/>
      <dgm:spPr/>
    </dgm:pt>
    <dgm:pt modelId="{51540123-F1F9-4C75-9A01-993905057241}" type="pres">
      <dgm:prSet presAssocID="{1B772DA5-7088-4288-AA62-8AF5CB77456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DAE5E99-9552-44E0-8703-689A8B636D87}" type="pres">
      <dgm:prSet presAssocID="{1B772DA5-7088-4288-AA62-8AF5CB774562}" presName="spaceRect" presStyleCnt="0"/>
      <dgm:spPr/>
    </dgm:pt>
    <dgm:pt modelId="{5ACA2076-698F-4CB6-820D-6003D4F7FE8B}" type="pres">
      <dgm:prSet presAssocID="{1B772DA5-7088-4288-AA62-8AF5CB774562}" presName="textRect" presStyleLbl="revTx" presStyleIdx="2" presStyleCnt="4">
        <dgm:presLayoutVars>
          <dgm:chMax val="1"/>
          <dgm:chPref val="1"/>
        </dgm:presLayoutVars>
      </dgm:prSet>
      <dgm:spPr/>
    </dgm:pt>
    <dgm:pt modelId="{BAF2AA6E-25EA-4345-89D7-DCA9AC82699F}" type="pres">
      <dgm:prSet presAssocID="{CDD90310-2421-4E7B-BFAA-EF3126E0AFEB}" presName="sibTrans" presStyleCnt="0"/>
      <dgm:spPr/>
    </dgm:pt>
    <dgm:pt modelId="{885344BD-F905-4B62-A306-BA69643F7E76}" type="pres">
      <dgm:prSet presAssocID="{B8E968B8-E351-4FE2-8015-230C6919E604}" presName="compNode" presStyleCnt="0"/>
      <dgm:spPr/>
    </dgm:pt>
    <dgm:pt modelId="{CE1459FC-8FAE-4036-A9CC-58465E6AC5EB}" type="pres">
      <dgm:prSet presAssocID="{B8E968B8-E351-4FE2-8015-230C6919E60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266E9814-48E1-4E79-A18F-93D94CF99322}" type="pres">
      <dgm:prSet presAssocID="{B8E968B8-E351-4FE2-8015-230C6919E604}" presName="spaceRect" presStyleCnt="0"/>
      <dgm:spPr/>
    </dgm:pt>
    <dgm:pt modelId="{11E3C347-F600-4D49-9EA6-3C249B2B96C2}" type="pres">
      <dgm:prSet presAssocID="{B8E968B8-E351-4FE2-8015-230C6919E6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010D003-4A3D-484A-8605-29877CDABFDE}" type="presOf" srcId="{A6D3FFE8-712C-467F-A648-F9EE652C6852}" destId="{BF54453F-9783-450A-B3EE-040C6CAED0CE}" srcOrd="0" destOrd="0" presId="urn:microsoft.com/office/officeart/2018/2/layout/IconLabelList"/>
    <dgm:cxn modelId="{F7BF8011-794E-433E-B396-9D98848A2C19}" srcId="{12330446-693B-423F-91B8-0206BE318300}" destId="{B8E968B8-E351-4FE2-8015-230C6919E604}" srcOrd="3" destOrd="0" parTransId="{3F7B9A23-F457-49BD-A204-73E959AC72C1}" sibTransId="{CAF34807-14A3-4219-8681-C1336DBF1F13}"/>
    <dgm:cxn modelId="{14EEFD11-9F57-4549-82CE-36F33BC04768}" srcId="{12330446-693B-423F-91B8-0206BE318300}" destId="{A6D3FFE8-712C-467F-A648-F9EE652C6852}" srcOrd="1" destOrd="0" parTransId="{F37BC371-3231-4143-98B1-08B2FF1794E0}" sibTransId="{4C58F08C-C1CC-4716-80B1-214ABDDC6E53}"/>
    <dgm:cxn modelId="{4148B420-A544-4E6D-9D7D-624F3970CF8C}" srcId="{12330446-693B-423F-91B8-0206BE318300}" destId="{1B772DA5-7088-4288-AA62-8AF5CB774562}" srcOrd="2" destOrd="0" parTransId="{00CFD3C2-19E2-4079-8A84-E13B375EC722}" sibTransId="{CDD90310-2421-4E7B-BFAA-EF3126E0AFEB}"/>
    <dgm:cxn modelId="{A6D08653-E2D5-4FF0-974A-6278EA12FC8C}" type="presOf" srcId="{1B772DA5-7088-4288-AA62-8AF5CB774562}" destId="{5ACA2076-698F-4CB6-820D-6003D4F7FE8B}" srcOrd="0" destOrd="0" presId="urn:microsoft.com/office/officeart/2018/2/layout/IconLabelList"/>
    <dgm:cxn modelId="{9CA3655A-4B70-49DF-ADBD-86E6B280A500}" srcId="{12330446-693B-423F-91B8-0206BE318300}" destId="{95A3A756-5627-4CC8-998A-1211B51AD309}" srcOrd="0" destOrd="0" parTransId="{D346BB4E-E919-438A-939E-EFA756D85E15}" sibTransId="{0AB2F298-1E70-48C5-A0B1-AD2CD4E1D912}"/>
    <dgm:cxn modelId="{F2B57AA7-2D5F-4F2C-931B-BA2FD89F402D}" type="presOf" srcId="{12330446-693B-423F-91B8-0206BE318300}" destId="{D897F069-9991-420A-A56C-F6255C2A5F15}" srcOrd="0" destOrd="0" presId="urn:microsoft.com/office/officeart/2018/2/layout/IconLabelList"/>
    <dgm:cxn modelId="{6C518EE0-B9E9-4FEF-B841-431C121B3495}" type="presOf" srcId="{B8E968B8-E351-4FE2-8015-230C6919E604}" destId="{11E3C347-F600-4D49-9EA6-3C249B2B96C2}" srcOrd="0" destOrd="0" presId="urn:microsoft.com/office/officeart/2018/2/layout/IconLabelList"/>
    <dgm:cxn modelId="{78DD4FF2-3298-4D04-A413-FAFB94DE08E9}" type="presOf" srcId="{95A3A756-5627-4CC8-998A-1211B51AD309}" destId="{AA1B0CB6-DE70-49F9-918E-13A74E97259D}" srcOrd="0" destOrd="0" presId="urn:microsoft.com/office/officeart/2018/2/layout/IconLabelList"/>
    <dgm:cxn modelId="{798099AD-0167-41CF-941E-F71DB71B62D4}" type="presParOf" srcId="{D897F069-9991-420A-A56C-F6255C2A5F15}" destId="{5270ADA6-93C3-4997-81B4-D1C6DD0582B1}" srcOrd="0" destOrd="0" presId="urn:microsoft.com/office/officeart/2018/2/layout/IconLabelList"/>
    <dgm:cxn modelId="{DC5A4280-2A72-42A9-AE2C-0DFBC129F0AD}" type="presParOf" srcId="{5270ADA6-93C3-4997-81B4-D1C6DD0582B1}" destId="{D2CFEF0A-F74E-4FA0-912D-74CAD1933450}" srcOrd="0" destOrd="0" presId="urn:microsoft.com/office/officeart/2018/2/layout/IconLabelList"/>
    <dgm:cxn modelId="{16C53CBC-094A-4A5F-A045-237CA7D8ED59}" type="presParOf" srcId="{5270ADA6-93C3-4997-81B4-D1C6DD0582B1}" destId="{E9F5E33F-9FB4-4439-89D3-89EE583CBAAD}" srcOrd="1" destOrd="0" presId="urn:microsoft.com/office/officeart/2018/2/layout/IconLabelList"/>
    <dgm:cxn modelId="{779B7991-93B3-40FC-B965-FA74F917F5D5}" type="presParOf" srcId="{5270ADA6-93C3-4997-81B4-D1C6DD0582B1}" destId="{AA1B0CB6-DE70-49F9-918E-13A74E97259D}" srcOrd="2" destOrd="0" presId="urn:microsoft.com/office/officeart/2018/2/layout/IconLabelList"/>
    <dgm:cxn modelId="{C008C596-61D1-4E5A-98BF-109FE7A8C1D8}" type="presParOf" srcId="{D897F069-9991-420A-A56C-F6255C2A5F15}" destId="{C4E8B57A-1BED-4FB0-B6A0-4005793869F9}" srcOrd="1" destOrd="0" presId="urn:microsoft.com/office/officeart/2018/2/layout/IconLabelList"/>
    <dgm:cxn modelId="{17F48EDB-E91F-4055-A839-1425A2D6DE5E}" type="presParOf" srcId="{D897F069-9991-420A-A56C-F6255C2A5F15}" destId="{19FE0C1D-A3B4-4E14-AC22-3FCDFAF77198}" srcOrd="2" destOrd="0" presId="urn:microsoft.com/office/officeart/2018/2/layout/IconLabelList"/>
    <dgm:cxn modelId="{663CCD0F-AF08-4337-B4AC-7A5A1086E46A}" type="presParOf" srcId="{19FE0C1D-A3B4-4E14-AC22-3FCDFAF77198}" destId="{1D0A51A0-499F-4633-82EE-0541FA3FF05C}" srcOrd="0" destOrd="0" presId="urn:microsoft.com/office/officeart/2018/2/layout/IconLabelList"/>
    <dgm:cxn modelId="{0AE8B26A-140E-4322-8373-49A8B2E37BA5}" type="presParOf" srcId="{19FE0C1D-A3B4-4E14-AC22-3FCDFAF77198}" destId="{0C9585A1-547A-41C8-A97A-8DD19BD4D1C4}" srcOrd="1" destOrd="0" presId="urn:microsoft.com/office/officeart/2018/2/layout/IconLabelList"/>
    <dgm:cxn modelId="{A87A816F-8A26-486B-A036-314ACE67A2EF}" type="presParOf" srcId="{19FE0C1D-A3B4-4E14-AC22-3FCDFAF77198}" destId="{BF54453F-9783-450A-B3EE-040C6CAED0CE}" srcOrd="2" destOrd="0" presId="urn:microsoft.com/office/officeart/2018/2/layout/IconLabelList"/>
    <dgm:cxn modelId="{EC7ED637-950A-4ACF-93D0-8722D8C2CC8C}" type="presParOf" srcId="{D897F069-9991-420A-A56C-F6255C2A5F15}" destId="{E5A821A9-BB8B-4FE6-97C6-E42611B92423}" srcOrd="3" destOrd="0" presId="urn:microsoft.com/office/officeart/2018/2/layout/IconLabelList"/>
    <dgm:cxn modelId="{58F90F99-9251-4EE4-8025-ACEC680643B8}" type="presParOf" srcId="{D897F069-9991-420A-A56C-F6255C2A5F15}" destId="{5A7CC3B6-2127-416E-B325-240588BDEA7E}" srcOrd="4" destOrd="0" presId="urn:microsoft.com/office/officeart/2018/2/layout/IconLabelList"/>
    <dgm:cxn modelId="{F63B8CD0-0620-4180-A062-CA696FA8AE3F}" type="presParOf" srcId="{5A7CC3B6-2127-416E-B325-240588BDEA7E}" destId="{51540123-F1F9-4C75-9A01-993905057241}" srcOrd="0" destOrd="0" presId="urn:microsoft.com/office/officeart/2018/2/layout/IconLabelList"/>
    <dgm:cxn modelId="{302E8083-AC2E-4956-A57F-2CF5FE5EB924}" type="presParOf" srcId="{5A7CC3B6-2127-416E-B325-240588BDEA7E}" destId="{FDAE5E99-9552-44E0-8703-689A8B636D87}" srcOrd="1" destOrd="0" presId="urn:microsoft.com/office/officeart/2018/2/layout/IconLabelList"/>
    <dgm:cxn modelId="{753243EA-7827-42EE-8402-038B0F4DB9E0}" type="presParOf" srcId="{5A7CC3B6-2127-416E-B325-240588BDEA7E}" destId="{5ACA2076-698F-4CB6-820D-6003D4F7FE8B}" srcOrd="2" destOrd="0" presId="urn:microsoft.com/office/officeart/2018/2/layout/IconLabelList"/>
    <dgm:cxn modelId="{788D2823-AD3E-44C2-9CD9-CADB077F3E02}" type="presParOf" srcId="{D897F069-9991-420A-A56C-F6255C2A5F15}" destId="{BAF2AA6E-25EA-4345-89D7-DCA9AC82699F}" srcOrd="5" destOrd="0" presId="urn:microsoft.com/office/officeart/2018/2/layout/IconLabelList"/>
    <dgm:cxn modelId="{AAB491DE-8BF1-4DD4-AC3A-04326C6A80EB}" type="presParOf" srcId="{D897F069-9991-420A-A56C-F6255C2A5F15}" destId="{885344BD-F905-4B62-A306-BA69643F7E76}" srcOrd="6" destOrd="0" presId="urn:microsoft.com/office/officeart/2018/2/layout/IconLabelList"/>
    <dgm:cxn modelId="{BB31A295-7856-42C5-86E7-D7EB47518A42}" type="presParOf" srcId="{885344BD-F905-4B62-A306-BA69643F7E76}" destId="{CE1459FC-8FAE-4036-A9CC-58465E6AC5EB}" srcOrd="0" destOrd="0" presId="urn:microsoft.com/office/officeart/2018/2/layout/IconLabelList"/>
    <dgm:cxn modelId="{245EF366-25A7-40BA-AA07-C9D94B7EE0B4}" type="presParOf" srcId="{885344BD-F905-4B62-A306-BA69643F7E76}" destId="{266E9814-48E1-4E79-A18F-93D94CF99322}" srcOrd="1" destOrd="0" presId="urn:microsoft.com/office/officeart/2018/2/layout/IconLabelList"/>
    <dgm:cxn modelId="{44C695FF-3F93-46EC-AEB6-61CE8D16864A}" type="presParOf" srcId="{885344BD-F905-4B62-A306-BA69643F7E76}" destId="{11E3C347-F600-4D49-9EA6-3C249B2B96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252BA1-9438-4405-98A9-DAC4C926BAE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041E84-6238-4027-B15D-756BEDA73D0A}">
      <dgm:prSet/>
      <dgm:spPr/>
      <dgm:t>
        <a:bodyPr/>
        <a:lstStyle/>
        <a:p>
          <a:r>
            <a:rPr lang="en-US"/>
            <a:t>Students learned:</a:t>
          </a:r>
        </a:p>
      </dgm:t>
    </dgm:pt>
    <dgm:pt modelId="{E54055AC-7958-42AB-BC68-3AE582976974}" type="parTrans" cxnId="{73C977FD-D6AF-4472-A440-975F3E6990AD}">
      <dgm:prSet/>
      <dgm:spPr/>
      <dgm:t>
        <a:bodyPr/>
        <a:lstStyle/>
        <a:p>
          <a:endParaRPr lang="en-US"/>
        </a:p>
      </dgm:t>
    </dgm:pt>
    <dgm:pt modelId="{9E69BD8F-5BE9-4416-B0DD-88FE2C08EDA0}" type="sibTrans" cxnId="{73C977FD-D6AF-4472-A440-975F3E6990AD}">
      <dgm:prSet/>
      <dgm:spPr/>
      <dgm:t>
        <a:bodyPr/>
        <a:lstStyle/>
        <a:p>
          <a:endParaRPr lang="en-US"/>
        </a:p>
      </dgm:t>
    </dgm:pt>
    <dgm:pt modelId="{51576A11-48F8-4AD4-9561-683639C47DDC}">
      <dgm:prSet/>
      <dgm:spPr/>
      <dgm:t>
        <a:bodyPr/>
        <a:lstStyle/>
        <a:p>
          <a:r>
            <a:rPr lang="en-US"/>
            <a:t>• Backend fundamentals</a:t>
          </a:r>
        </a:p>
      </dgm:t>
    </dgm:pt>
    <dgm:pt modelId="{F2BD154C-CDFF-4489-BD33-47A822731871}" type="parTrans" cxnId="{C1BACFDB-D2DB-4202-8E0E-19FCD9180F85}">
      <dgm:prSet/>
      <dgm:spPr/>
      <dgm:t>
        <a:bodyPr/>
        <a:lstStyle/>
        <a:p>
          <a:endParaRPr lang="en-US"/>
        </a:p>
      </dgm:t>
    </dgm:pt>
    <dgm:pt modelId="{6535D0FD-CC48-454B-BCA1-61D93268AC44}" type="sibTrans" cxnId="{C1BACFDB-D2DB-4202-8E0E-19FCD9180F85}">
      <dgm:prSet/>
      <dgm:spPr/>
      <dgm:t>
        <a:bodyPr/>
        <a:lstStyle/>
        <a:p>
          <a:endParaRPr lang="en-US"/>
        </a:p>
      </dgm:t>
    </dgm:pt>
    <dgm:pt modelId="{D9DDC115-909D-4795-8580-99F623B1D299}">
      <dgm:prSet/>
      <dgm:spPr/>
      <dgm:t>
        <a:bodyPr/>
        <a:lstStyle/>
        <a:p>
          <a:r>
            <a:rPr lang="en-US"/>
            <a:t>• APIs</a:t>
          </a:r>
        </a:p>
      </dgm:t>
    </dgm:pt>
    <dgm:pt modelId="{1F4036EE-C3C6-445D-8049-4494E928B3C0}" type="parTrans" cxnId="{6D32EB48-EE96-444D-A785-3A9208D56D7D}">
      <dgm:prSet/>
      <dgm:spPr/>
      <dgm:t>
        <a:bodyPr/>
        <a:lstStyle/>
        <a:p>
          <a:endParaRPr lang="en-US"/>
        </a:p>
      </dgm:t>
    </dgm:pt>
    <dgm:pt modelId="{7B72ACCB-60B9-40C6-8F71-3F2D3476E941}" type="sibTrans" cxnId="{6D32EB48-EE96-444D-A785-3A9208D56D7D}">
      <dgm:prSet/>
      <dgm:spPr/>
      <dgm:t>
        <a:bodyPr/>
        <a:lstStyle/>
        <a:p>
          <a:endParaRPr lang="en-US"/>
        </a:p>
      </dgm:t>
    </dgm:pt>
    <dgm:pt modelId="{8B5DAE0E-5401-4D44-9430-59F386E1A805}">
      <dgm:prSet/>
      <dgm:spPr/>
      <dgm:t>
        <a:bodyPr/>
        <a:lstStyle/>
        <a:p>
          <a:r>
            <a:rPr lang="en-US"/>
            <a:t>• JSON</a:t>
          </a:r>
        </a:p>
      </dgm:t>
    </dgm:pt>
    <dgm:pt modelId="{6516C304-B026-4727-8E36-581586D89E99}" type="parTrans" cxnId="{2CB2B77B-9711-4689-9610-0C5C9BC66272}">
      <dgm:prSet/>
      <dgm:spPr/>
      <dgm:t>
        <a:bodyPr/>
        <a:lstStyle/>
        <a:p>
          <a:endParaRPr lang="en-US"/>
        </a:p>
      </dgm:t>
    </dgm:pt>
    <dgm:pt modelId="{8500F53E-86DC-4F95-9A44-1D123793A2E0}" type="sibTrans" cxnId="{2CB2B77B-9711-4689-9610-0C5C9BC66272}">
      <dgm:prSet/>
      <dgm:spPr/>
      <dgm:t>
        <a:bodyPr/>
        <a:lstStyle/>
        <a:p>
          <a:endParaRPr lang="en-US"/>
        </a:p>
      </dgm:t>
    </dgm:pt>
    <dgm:pt modelId="{7F2170DD-81AF-41F0-BA80-FED0791A5799}">
      <dgm:prSet/>
      <dgm:spPr/>
      <dgm:t>
        <a:bodyPr/>
        <a:lstStyle/>
        <a:p>
          <a:r>
            <a:rPr lang="en-US"/>
            <a:t>• SQL vs NoSQL</a:t>
          </a:r>
        </a:p>
      </dgm:t>
    </dgm:pt>
    <dgm:pt modelId="{74185680-D345-4DAB-9BA3-458AAFA42690}" type="parTrans" cxnId="{631664E5-DBD4-49C4-9A34-85A067C30A3A}">
      <dgm:prSet/>
      <dgm:spPr/>
      <dgm:t>
        <a:bodyPr/>
        <a:lstStyle/>
        <a:p>
          <a:endParaRPr lang="en-US"/>
        </a:p>
      </dgm:t>
    </dgm:pt>
    <dgm:pt modelId="{0258E717-79CB-4810-BBA2-744C8851CC41}" type="sibTrans" cxnId="{631664E5-DBD4-49C4-9A34-85A067C30A3A}">
      <dgm:prSet/>
      <dgm:spPr/>
      <dgm:t>
        <a:bodyPr/>
        <a:lstStyle/>
        <a:p>
          <a:endParaRPr lang="en-US"/>
        </a:p>
      </dgm:t>
    </dgm:pt>
    <dgm:pt modelId="{413AEFC6-24A5-41E7-B46D-34E34247E280}">
      <dgm:prSet/>
      <dgm:spPr/>
      <dgm:t>
        <a:bodyPr/>
        <a:lstStyle/>
        <a:p>
          <a:r>
            <a:rPr lang="en-US"/>
            <a:t>• Client-server architecture</a:t>
          </a:r>
        </a:p>
      </dgm:t>
    </dgm:pt>
    <dgm:pt modelId="{3B6FCACA-A238-4E22-96F9-06772CB6E6B4}" type="parTrans" cxnId="{C4956405-3DB8-4954-BD9C-2AF2AE994183}">
      <dgm:prSet/>
      <dgm:spPr/>
      <dgm:t>
        <a:bodyPr/>
        <a:lstStyle/>
        <a:p>
          <a:endParaRPr lang="en-US"/>
        </a:p>
      </dgm:t>
    </dgm:pt>
    <dgm:pt modelId="{ABA177AD-DB0D-46C8-9FA4-1271E6E031E2}" type="sibTrans" cxnId="{C4956405-3DB8-4954-BD9C-2AF2AE994183}">
      <dgm:prSet/>
      <dgm:spPr/>
      <dgm:t>
        <a:bodyPr/>
        <a:lstStyle/>
        <a:p>
          <a:endParaRPr lang="en-US"/>
        </a:p>
      </dgm:t>
    </dgm:pt>
    <dgm:pt modelId="{B5362106-41C0-41E6-9726-35BA427494D7}">
      <dgm:prSet/>
      <dgm:spPr/>
      <dgm:t>
        <a:bodyPr/>
        <a:lstStyle/>
        <a:p>
          <a:r>
            <a:rPr lang="en-US"/>
            <a:t>Next Chapter:</a:t>
          </a:r>
        </a:p>
      </dgm:t>
    </dgm:pt>
    <dgm:pt modelId="{0792AA3F-DD1F-4ADC-8241-2C7952F0D8AC}" type="parTrans" cxnId="{01646AF6-2814-43C2-894A-059EEE10D3A0}">
      <dgm:prSet/>
      <dgm:spPr/>
      <dgm:t>
        <a:bodyPr/>
        <a:lstStyle/>
        <a:p>
          <a:endParaRPr lang="en-US"/>
        </a:p>
      </dgm:t>
    </dgm:pt>
    <dgm:pt modelId="{DC0D2CCE-C2BE-4503-B6C9-5FA97CE6631F}" type="sibTrans" cxnId="{01646AF6-2814-43C2-894A-059EEE10D3A0}">
      <dgm:prSet/>
      <dgm:spPr/>
      <dgm:t>
        <a:bodyPr/>
        <a:lstStyle/>
        <a:p>
          <a:endParaRPr lang="en-US"/>
        </a:p>
      </dgm:t>
    </dgm:pt>
    <dgm:pt modelId="{4BCE6CF2-D960-4E9E-B1FD-2725D2DFB792}">
      <dgm:prSet/>
      <dgm:spPr/>
      <dgm:t>
        <a:bodyPr/>
        <a:lstStyle/>
        <a:p>
          <a:r>
            <a:rPr lang="en-US"/>
            <a:t>Firebase Backend Fundamentals</a:t>
          </a:r>
        </a:p>
      </dgm:t>
    </dgm:pt>
    <dgm:pt modelId="{D4D60F30-E40D-41AA-9AE4-F9841694A951}" type="parTrans" cxnId="{215E9FEE-6B6D-4C90-ABE2-3FB5BC1E0362}">
      <dgm:prSet/>
      <dgm:spPr/>
      <dgm:t>
        <a:bodyPr/>
        <a:lstStyle/>
        <a:p>
          <a:endParaRPr lang="en-US"/>
        </a:p>
      </dgm:t>
    </dgm:pt>
    <dgm:pt modelId="{F922A4A5-B770-4EF4-A203-97D01066FEC6}" type="sibTrans" cxnId="{215E9FEE-6B6D-4C90-ABE2-3FB5BC1E0362}">
      <dgm:prSet/>
      <dgm:spPr/>
      <dgm:t>
        <a:bodyPr/>
        <a:lstStyle/>
        <a:p>
          <a:endParaRPr lang="en-US"/>
        </a:p>
      </dgm:t>
    </dgm:pt>
    <dgm:pt modelId="{63983753-70B4-4678-AAA7-4E40E27B734B}" type="pres">
      <dgm:prSet presAssocID="{72252BA1-9438-4405-98A9-DAC4C926BAE7}" presName="linear" presStyleCnt="0">
        <dgm:presLayoutVars>
          <dgm:animLvl val="lvl"/>
          <dgm:resizeHandles val="exact"/>
        </dgm:presLayoutVars>
      </dgm:prSet>
      <dgm:spPr/>
    </dgm:pt>
    <dgm:pt modelId="{EDCBB21D-3F69-4A0E-B907-A5DDA98A5722}" type="pres">
      <dgm:prSet presAssocID="{BB041E84-6238-4027-B15D-756BEDA73D0A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7D077E3-EA71-4F69-B9D1-1335D9C88202}" type="pres">
      <dgm:prSet presAssocID="{9E69BD8F-5BE9-4416-B0DD-88FE2C08EDA0}" presName="spacer" presStyleCnt="0"/>
      <dgm:spPr/>
    </dgm:pt>
    <dgm:pt modelId="{5A5F6692-F196-46CD-8262-F44E69B95303}" type="pres">
      <dgm:prSet presAssocID="{51576A11-48F8-4AD4-9561-683639C47DDC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BA25387-10E8-465F-ACD1-159366D2AFF9}" type="pres">
      <dgm:prSet presAssocID="{6535D0FD-CC48-454B-BCA1-61D93268AC44}" presName="spacer" presStyleCnt="0"/>
      <dgm:spPr/>
    </dgm:pt>
    <dgm:pt modelId="{078FBAD2-818E-4106-A857-3ECE161C0B38}" type="pres">
      <dgm:prSet presAssocID="{D9DDC115-909D-4795-8580-99F623B1D299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E59E67F-8058-42F9-B00F-65288B66C4D5}" type="pres">
      <dgm:prSet presAssocID="{7B72ACCB-60B9-40C6-8F71-3F2D3476E941}" presName="spacer" presStyleCnt="0"/>
      <dgm:spPr/>
    </dgm:pt>
    <dgm:pt modelId="{F31FB33E-97E5-436F-8478-1BDA6F7D8409}" type="pres">
      <dgm:prSet presAssocID="{8B5DAE0E-5401-4D44-9430-59F386E1A80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DA88CBC5-F0A4-42E4-BA4F-7167F155618B}" type="pres">
      <dgm:prSet presAssocID="{8500F53E-86DC-4F95-9A44-1D123793A2E0}" presName="spacer" presStyleCnt="0"/>
      <dgm:spPr/>
    </dgm:pt>
    <dgm:pt modelId="{58E765E2-6677-426F-94BE-B4D2FDBA1609}" type="pres">
      <dgm:prSet presAssocID="{7F2170DD-81AF-41F0-BA80-FED0791A5799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4864844-5FFD-4F23-9F10-6D43439F7E74}" type="pres">
      <dgm:prSet presAssocID="{0258E717-79CB-4810-BBA2-744C8851CC41}" presName="spacer" presStyleCnt="0"/>
      <dgm:spPr/>
    </dgm:pt>
    <dgm:pt modelId="{5A7B5825-A3ED-4ED0-B2F9-327D30B990FF}" type="pres">
      <dgm:prSet presAssocID="{413AEFC6-24A5-41E7-B46D-34E34247E280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727B8E9-02CA-465F-B021-7965A336D8F2}" type="pres">
      <dgm:prSet presAssocID="{ABA177AD-DB0D-46C8-9FA4-1271E6E031E2}" presName="spacer" presStyleCnt="0"/>
      <dgm:spPr/>
    </dgm:pt>
    <dgm:pt modelId="{8EA7E6EA-2F0E-4435-ADF3-6D37FDD3A3FA}" type="pres">
      <dgm:prSet presAssocID="{B5362106-41C0-41E6-9726-35BA427494D7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0CE6945C-6633-4714-AFDB-F61CE7E7332B}" type="pres">
      <dgm:prSet presAssocID="{DC0D2CCE-C2BE-4503-B6C9-5FA97CE6631F}" presName="spacer" presStyleCnt="0"/>
      <dgm:spPr/>
    </dgm:pt>
    <dgm:pt modelId="{A734B209-6D01-4DBB-8FAA-38FCCFED635D}" type="pres">
      <dgm:prSet presAssocID="{4BCE6CF2-D960-4E9E-B1FD-2725D2DFB792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3A58B00-8190-4286-9522-803ACB81B00D}" type="presOf" srcId="{BB041E84-6238-4027-B15D-756BEDA73D0A}" destId="{EDCBB21D-3F69-4A0E-B907-A5DDA98A5722}" srcOrd="0" destOrd="0" presId="urn:microsoft.com/office/officeart/2005/8/layout/vList2"/>
    <dgm:cxn modelId="{C4956405-3DB8-4954-BD9C-2AF2AE994183}" srcId="{72252BA1-9438-4405-98A9-DAC4C926BAE7}" destId="{413AEFC6-24A5-41E7-B46D-34E34247E280}" srcOrd="5" destOrd="0" parTransId="{3B6FCACA-A238-4E22-96F9-06772CB6E6B4}" sibTransId="{ABA177AD-DB0D-46C8-9FA4-1271E6E031E2}"/>
    <dgm:cxn modelId="{153E6429-66D8-4D92-8E25-60DC5E9D2D88}" type="presOf" srcId="{7F2170DD-81AF-41F0-BA80-FED0791A5799}" destId="{58E765E2-6677-426F-94BE-B4D2FDBA1609}" srcOrd="0" destOrd="0" presId="urn:microsoft.com/office/officeart/2005/8/layout/vList2"/>
    <dgm:cxn modelId="{E840E665-354F-46B2-973D-31FE8D1B6F3B}" type="presOf" srcId="{B5362106-41C0-41E6-9726-35BA427494D7}" destId="{8EA7E6EA-2F0E-4435-ADF3-6D37FDD3A3FA}" srcOrd="0" destOrd="0" presId="urn:microsoft.com/office/officeart/2005/8/layout/vList2"/>
    <dgm:cxn modelId="{6D32EB48-EE96-444D-A785-3A9208D56D7D}" srcId="{72252BA1-9438-4405-98A9-DAC4C926BAE7}" destId="{D9DDC115-909D-4795-8580-99F623B1D299}" srcOrd="2" destOrd="0" parTransId="{1F4036EE-C3C6-445D-8049-4494E928B3C0}" sibTransId="{7B72ACCB-60B9-40C6-8F71-3F2D3476E941}"/>
    <dgm:cxn modelId="{BC94AA71-1415-44EE-AD71-23498CD8B4D7}" type="presOf" srcId="{51576A11-48F8-4AD4-9561-683639C47DDC}" destId="{5A5F6692-F196-46CD-8262-F44E69B95303}" srcOrd="0" destOrd="0" presId="urn:microsoft.com/office/officeart/2005/8/layout/vList2"/>
    <dgm:cxn modelId="{C8A63C73-C535-404E-9FE9-F43728FC3934}" type="presOf" srcId="{8B5DAE0E-5401-4D44-9430-59F386E1A805}" destId="{F31FB33E-97E5-436F-8478-1BDA6F7D8409}" srcOrd="0" destOrd="0" presId="urn:microsoft.com/office/officeart/2005/8/layout/vList2"/>
    <dgm:cxn modelId="{3DE92A76-AE48-42B2-9668-DB08289524CC}" type="presOf" srcId="{4BCE6CF2-D960-4E9E-B1FD-2725D2DFB792}" destId="{A734B209-6D01-4DBB-8FAA-38FCCFED635D}" srcOrd="0" destOrd="0" presId="urn:microsoft.com/office/officeart/2005/8/layout/vList2"/>
    <dgm:cxn modelId="{2CB2B77B-9711-4689-9610-0C5C9BC66272}" srcId="{72252BA1-9438-4405-98A9-DAC4C926BAE7}" destId="{8B5DAE0E-5401-4D44-9430-59F386E1A805}" srcOrd="3" destOrd="0" parTransId="{6516C304-B026-4727-8E36-581586D89E99}" sibTransId="{8500F53E-86DC-4F95-9A44-1D123793A2E0}"/>
    <dgm:cxn modelId="{B376297E-71DD-487E-B3CC-A9B7E1CF9919}" type="presOf" srcId="{D9DDC115-909D-4795-8580-99F623B1D299}" destId="{078FBAD2-818E-4106-A857-3ECE161C0B38}" srcOrd="0" destOrd="0" presId="urn:microsoft.com/office/officeart/2005/8/layout/vList2"/>
    <dgm:cxn modelId="{FC0631B0-AFB7-4FCC-9BE8-D2FED4640D44}" type="presOf" srcId="{72252BA1-9438-4405-98A9-DAC4C926BAE7}" destId="{63983753-70B4-4678-AAA7-4E40E27B734B}" srcOrd="0" destOrd="0" presId="urn:microsoft.com/office/officeart/2005/8/layout/vList2"/>
    <dgm:cxn modelId="{B1BE25CA-BCFF-4343-A401-EA3587751723}" type="presOf" srcId="{413AEFC6-24A5-41E7-B46D-34E34247E280}" destId="{5A7B5825-A3ED-4ED0-B2F9-327D30B990FF}" srcOrd="0" destOrd="0" presId="urn:microsoft.com/office/officeart/2005/8/layout/vList2"/>
    <dgm:cxn modelId="{C1BACFDB-D2DB-4202-8E0E-19FCD9180F85}" srcId="{72252BA1-9438-4405-98A9-DAC4C926BAE7}" destId="{51576A11-48F8-4AD4-9561-683639C47DDC}" srcOrd="1" destOrd="0" parTransId="{F2BD154C-CDFF-4489-BD33-47A822731871}" sibTransId="{6535D0FD-CC48-454B-BCA1-61D93268AC44}"/>
    <dgm:cxn modelId="{631664E5-DBD4-49C4-9A34-85A067C30A3A}" srcId="{72252BA1-9438-4405-98A9-DAC4C926BAE7}" destId="{7F2170DD-81AF-41F0-BA80-FED0791A5799}" srcOrd="4" destOrd="0" parTransId="{74185680-D345-4DAB-9BA3-458AAFA42690}" sibTransId="{0258E717-79CB-4810-BBA2-744C8851CC41}"/>
    <dgm:cxn modelId="{215E9FEE-6B6D-4C90-ABE2-3FB5BC1E0362}" srcId="{72252BA1-9438-4405-98A9-DAC4C926BAE7}" destId="{4BCE6CF2-D960-4E9E-B1FD-2725D2DFB792}" srcOrd="7" destOrd="0" parTransId="{D4D60F30-E40D-41AA-9AE4-F9841694A951}" sibTransId="{F922A4A5-B770-4EF4-A203-97D01066FEC6}"/>
    <dgm:cxn modelId="{01646AF6-2814-43C2-894A-059EEE10D3A0}" srcId="{72252BA1-9438-4405-98A9-DAC4C926BAE7}" destId="{B5362106-41C0-41E6-9726-35BA427494D7}" srcOrd="6" destOrd="0" parTransId="{0792AA3F-DD1F-4ADC-8241-2C7952F0D8AC}" sibTransId="{DC0D2CCE-C2BE-4503-B6C9-5FA97CE6631F}"/>
    <dgm:cxn modelId="{73C977FD-D6AF-4472-A440-975F3E6990AD}" srcId="{72252BA1-9438-4405-98A9-DAC4C926BAE7}" destId="{BB041E84-6238-4027-B15D-756BEDA73D0A}" srcOrd="0" destOrd="0" parTransId="{E54055AC-7958-42AB-BC68-3AE582976974}" sibTransId="{9E69BD8F-5BE9-4416-B0DD-88FE2C08EDA0}"/>
    <dgm:cxn modelId="{3DE9A2A7-105B-4B84-B7AC-E103A4C22F01}" type="presParOf" srcId="{63983753-70B4-4678-AAA7-4E40E27B734B}" destId="{EDCBB21D-3F69-4A0E-B907-A5DDA98A5722}" srcOrd="0" destOrd="0" presId="urn:microsoft.com/office/officeart/2005/8/layout/vList2"/>
    <dgm:cxn modelId="{F0DE4182-91E9-4DC3-8D66-8A1908CCAE50}" type="presParOf" srcId="{63983753-70B4-4678-AAA7-4E40E27B734B}" destId="{E7D077E3-EA71-4F69-B9D1-1335D9C88202}" srcOrd="1" destOrd="0" presId="urn:microsoft.com/office/officeart/2005/8/layout/vList2"/>
    <dgm:cxn modelId="{5195ABD8-1C0D-4327-931A-793070D2C456}" type="presParOf" srcId="{63983753-70B4-4678-AAA7-4E40E27B734B}" destId="{5A5F6692-F196-46CD-8262-F44E69B95303}" srcOrd="2" destOrd="0" presId="urn:microsoft.com/office/officeart/2005/8/layout/vList2"/>
    <dgm:cxn modelId="{61D1E36A-196A-4845-A0AA-148B6D95812F}" type="presParOf" srcId="{63983753-70B4-4678-AAA7-4E40E27B734B}" destId="{0BA25387-10E8-465F-ACD1-159366D2AFF9}" srcOrd="3" destOrd="0" presId="urn:microsoft.com/office/officeart/2005/8/layout/vList2"/>
    <dgm:cxn modelId="{BADF86CC-2560-42A2-B079-80D4EB0F10AE}" type="presParOf" srcId="{63983753-70B4-4678-AAA7-4E40E27B734B}" destId="{078FBAD2-818E-4106-A857-3ECE161C0B38}" srcOrd="4" destOrd="0" presId="urn:microsoft.com/office/officeart/2005/8/layout/vList2"/>
    <dgm:cxn modelId="{4670D00C-8DEF-4F33-8B57-085C98A5A2D9}" type="presParOf" srcId="{63983753-70B4-4678-AAA7-4E40E27B734B}" destId="{1E59E67F-8058-42F9-B00F-65288B66C4D5}" srcOrd="5" destOrd="0" presId="urn:microsoft.com/office/officeart/2005/8/layout/vList2"/>
    <dgm:cxn modelId="{44D52C95-53B5-41CF-8644-6F8A86F912E7}" type="presParOf" srcId="{63983753-70B4-4678-AAA7-4E40E27B734B}" destId="{F31FB33E-97E5-436F-8478-1BDA6F7D8409}" srcOrd="6" destOrd="0" presId="urn:microsoft.com/office/officeart/2005/8/layout/vList2"/>
    <dgm:cxn modelId="{FD1171B3-6285-4476-B567-281C5A56A127}" type="presParOf" srcId="{63983753-70B4-4678-AAA7-4E40E27B734B}" destId="{DA88CBC5-F0A4-42E4-BA4F-7167F155618B}" srcOrd="7" destOrd="0" presId="urn:microsoft.com/office/officeart/2005/8/layout/vList2"/>
    <dgm:cxn modelId="{507F0821-A03C-468B-B21F-98C835526F8C}" type="presParOf" srcId="{63983753-70B4-4678-AAA7-4E40E27B734B}" destId="{58E765E2-6677-426F-94BE-B4D2FDBA1609}" srcOrd="8" destOrd="0" presId="urn:microsoft.com/office/officeart/2005/8/layout/vList2"/>
    <dgm:cxn modelId="{551B2AC4-A44C-4332-A78E-AC455751FE20}" type="presParOf" srcId="{63983753-70B4-4678-AAA7-4E40E27B734B}" destId="{44864844-5FFD-4F23-9F10-6D43439F7E74}" srcOrd="9" destOrd="0" presId="urn:microsoft.com/office/officeart/2005/8/layout/vList2"/>
    <dgm:cxn modelId="{A3F5C948-0026-42D5-A3A2-0419691EC140}" type="presParOf" srcId="{63983753-70B4-4678-AAA7-4E40E27B734B}" destId="{5A7B5825-A3ED-4ED0-B2F9-327D30B990FF}" srcOrd="10" destOrd="0" presId="urn:microsoft.com/office/officeart/2005/8/layout/vList2"/>
    <dgm:cxn modelId="{2F16D567-6DDF-4248-9AD5-C8CA530D3055}" type="presParOf" srcId="{63983753-70B4-4678-AAA7-4E40E27B734B}" destId="{0727B8E9-02CA-465F-B021-7965A336D8F2}" srcOrd="11" destOrd="0" presId="urn:microsoft.com/office/officeart/2005/8/layout/vList2"/>
    <dgm:cxn modelId="{0A61486F-47B6-4B6E-A4DE-EA21B049B6FC}" type="presParOf" srcId="{63983753-70B4-4678-AAA7-4E40E27B734B}" destId="{8EA7E6EA-2F0E-4435-ADF3-6D37FDD3A3FA}" srcOrd="12" destOrd="0" presId="urn:microsoft.com/office/officeart/2005/8/layout/vList2"/>
    <dgm:cxn modelId="{F8592433-8173-4BD8-AAE6-31F72FA8D047}" type="presParOf" srcId="{63983753-70B4-4678-AAA7-4E40E27B734B}" destId="{0CE6945C-6633-4714-AFDB-F61CE7E7332B}" srcOrd="13" destOrd="0" presId="urn:microsoft.com/office/officeart/2005/8/layout/vList2"/>
    <dgm:cxn modelId="{8B39AFBA-BADE-4E60-A2A2-FB8A98AF380C}" type="presParOf" srcId="{63983753-70B4-4678-AAA7-4E40E27B734B}" destId="{A734B209-6D01-4DBB-8FAA-38FCCFED635D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81C65-8DF4-47AE-B4A0-BC827E7710CD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3A2CA-2315-4D3B-956C-4BF0174EC803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9AF4B-C4BE-46AF-8D43-09B3C45665CE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Flow:</a:t>
          </a:r>
        </a:p>
      </dsp:txBody>
      <dsp:txXfrm>
        <a:off x="889864" y="1808"/>
        <a:ext cx="3794084" cy="770445"/>
      </dsp:txXfrm>
    </dsp:sp>
    <dsp:sp modelId="{DA3095E7-0D82-4793-BC68-B340DDA6D35F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A872A7-E17E-43A3-BEA2-B5FA46027BB4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BA888-A606-4120-8ADF-CDA910D5A96B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 → Frontend → Backend Server → Database</a:t>
          </a:r>
        </a:p>
      </dsp:txBody>
      <dsp:txXfrm>
        <a:off x="889864" y="964865"/>
        <a:ext cx="3794084" cy="770445"/>
      </dsp:txXfrm>
    </dsp:sp>
    <dsp:sp modelId="{7A0B527C-FC67-464D-9B49-38E4A3FA1A0A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346E8-A949-43B3-91D4-C392F76F4003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04D9A-D857-4A78-93E6-F5684B669E41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User sends request</a:t>
          </a:r>
        </a:p>
      </dsp:txBody>
      <dsp:txXfrm>
        <a:off x="889864" y="1927922"/>
        <a:ext cx="3794084" cy="770445"/>
      </dsp:txXfrm>
    </dsp:sp>
    <dsp:sp modelId="{1F89AF39-7CA7-44F1-97D8-0A532A22106E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77BD0-C2B3-4FD5-A913-20144A6659EE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2932F-6858-408E-9E4C-413FC55CB60F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Backend processes data</a:t>
          </a:r>
        </a:p>
      </dsp:txBody>
      <dsp:txXfrm>
        <a:off x="889864" y="2890979"/>
        <a:ext cx="3794084" cy="770445"/>
      </dsp:txXfrm>
    </dsp:sp>
    <dsp:sp modelId="{0FB21117-02E7-4A7D-92BB-2C3018E505AF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A9BD1-F20B-4356-AA78-142B1F21836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C5C66-00C5-42FA-A940-6C44C887C730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Database stores/fetches information</a:t>
          </a:r>
        </a:p>
      </dsp:txBody>
      <dsp:txXfrm>
        <a:off x="889864" y="3854036"/>
        <a:ext cx="3794084" cy="770445"/>
      </dsp:txXfrm>
    </dsp:sp>
    <dsp:sp modelId="{D71B5F3E-47AB-4DC0-A54D-B02DD62C791D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B2A98-C59A-430E-9644-D499776030B3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372F3-6275-4BDA-9184-53AB56A77730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Response returns to user</a:t>
          </a:r>
        </a:p>
      </dsp:txBody>
      <dsp:txXfrm>
        <a:off x="889864" y="4817093"/>
        <a:ext cx="3794084" cy="77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A35F4-9C58-49B1-8A03-65FC9F08A8A5}">
      <dsp:nvSpPr>
        <dsp:cNvPr id="0" name=""/>
        <dsp:cNvSpPr/>
      </dsp:nvSpPr>
      <dsp:spPr>
        <a:xfrm>
          <a:off x="0" y="218479"/>
          <a:ext cx="2536031" cy="15216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Authentication</a:t>
          </a:r>
        </a:p>
      </dsp:txBody>
      <dsp:txXfrm>
        <a:off x="0" y="218479"/>
        <a:ext cx="2536031" cy="1521618"/>
      </dsp:txXfrm>
    </dsp:sp>
    <dsp:sp modelId="{0AF6D184-FF5E-4261-8AFE-9CBE28F02211}">
      <dsp:nvSpPr>
        <dsp:cNvPr id="0" name=""/>
        <dsp:cNvSpPr/>
      </dsp:nvSpPr>
      <dsp:spPr>
        <a:xfrm>
          <a:off x="2789634" y="218479"/>
          <a:ext cx="2536031" cy="1521618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Authorization</a:t>
          </a:r>
        </a:p>
      </dsp:txBody>
      <dsp:txXfrm>
        <a:off x="2789634" y="218479"/>
        <a:ext cx="2536031" cy="1521618"/>
      </dsp:txXfrm>
    </dsp:sp>
    <dsp:sp modelId="{A8568F2A-4B0B-425D-B145-1BB6F589F977}">
      <dsp:nvSpPr>
        <dsp:cNvPr id="0" name=""/>
        <dsp:cNvSpPr/>
      </dsp:nvSpPr>
      <dsp:spPr>
        <a:xfrm>
          <a:off x="5579268" y="218479"/>
          <a:ext cx="2536031" cy="152161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Password protection</a:t>
          </a:r>
        </a:p>
      </dsp:txBody>
      <dsp:txXfrm>
        <a:off x="5579268" y="218479"/>
        <a:ext cx="2536031" cy="1521618"/>
      </dsp:txXfrm>
    </dsp:sp>
    <dsp:sp modelId="{9748C07C-7FA5-4B4B-A354-D1654C9FE4D4}">
      <dsp:nvSpPr>
        <dsp:cNvPr id="0" name=""/>
        <dsp:cNvSpPr/>
      </dsp:nvSpPr>
      <dsp:spPr>
        <a:xfrm>
          <a:off x="1394817" y="1993701"/>
          <a:ext cx="2536031" cy="1521618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Backend security layer</a:t>
          </a:r>
        </a:p>
      </dsp:txBody>
      <dsp:txXfrm>
        <a:off x="1394817" y="1993701"/>
        <a:ext cx="2536031" cy="1521618"/>
      </dsp:txXfrm>
    </dsp:sp>
    <dsp:sp modelId="{0BF02202-DF44-420C-A937-E107CD14A915}">
      <dsp:nvSpPr>
        <dsp:cNvPr id="0" name=""/>
        <dsp:cNvSpPr/>
      </dsp:nvSpPr>
      <dsp:spPr>
        <a:xfrm>
          <a:off x="4184451" y="1993701"/>
          <a:ext cx="2536031" cy="15216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Backend protects database from unauthorized access.</a:t>
          </a:r>
        </a:p>
      </dsp:txBody>
      <dsp:txXfrm>
        <a:off x="4184451" y="1993701"/>
        <a:ext cx="2536031" cy="15216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FEF0A-F74E-4FA0-912D-74CAD1933450}">
      <dsp:nvSpPr>
        <dsp:cNvPr id="0" name=""/>
        <dsp:cNvSpPr/>
      </dsp:nvSpPr>
      <dsp:spPr>
        <a:xfrm>
          <a:off x="494124" y="970339"/>
          <a:ext cx="806835" cy="80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B0CB6-DE70-49F9-918E-13A74E97259D}">
      <dsp:nvSpPr>
        <dsp:cNvPr id="0" name=""/>
        <dsp:cNvSpPr/>
      </dsp:nvSpPr>
      <dsp:spPr>
        <a:xfrm>
          <a:off x="1058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Instagram → User accounts &amp; feeds</a:t>
          </a:r>
        </a:p>
      </dsp:txBody>
      <dsp:txXfrm>
        <a:off x="1058" y="2046271"/>
        <a:ext cx="1792968" cy="717187"/>
      </dsp:txXfrm>
    </dsp:sp>
    <dsp:sp modelId="{1D0A51A0-499F-4633-82EE-0541FA3FF05C}">
      <dsp:nvSpPr>
        <dsp:cNvPr id="0" name=""/>
        <dsp:cNvSpPr/>
      </dsp:nvSpPr>
      <dsp:spPr>
        <a:xfrm>
          <a:off x="2600862" y="970339"/>
          <a:ext cx="806835" cy="80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54453F-9783-450A-B3EE-040C6CAED0CE}">
      <dsp:nvSpPr>
        <dsp:cNvPr id="0" name=""/>
        <dsp:cNvSpPr/>
      </dsp:nvSpPr>
      <dsp:spPr>
        <a:xfrm>
          <a:off x="2107796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WhatsApp → Messaging system</a:t>
          </a:r>
        </a:p>
      </dsp:txBody>
      <dsp:txXfrm>
        <a:off x="2107796" y="2046271"/>
        <a:ext cx="1792968" cy="717187"/>
      </dsp:txXfrm>
    </dsp:sp>
    <dsp:sp modelId="{51540123-F1F9-4C75-9A01-993905057241}">
      <dsp:nvSpPr>
        <dsp:cNvPr id="0" name=""/>
        <dsp:cNvSpPr/>
      </dsp:nvSpPr>
      <dsp:spPr>
        <a:xfrm>
          <a:off x="4707601" y="970339"/>
          <a:ext cx="806835" cy="80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A2076-698F-4CB6-820D-6003D4F7FE8B}">
      <dsp:nvSpPr>
        <dsp:cNvPr id="0" name=""/>
        <dsp:cNvSpPr/>
      </dsp:nvSpPr>
      <dsp:spPr>
        <a:xfrm>
          <a:off x="4214534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Amazon → Orders &amp; payments</a:t>
          </a:r>
        </a:p>
      </dsp:txBody>
      <dsp:txXfrm>
        <a:off x="4214534" y="2046271"/>
        <a:ext cx="1792968" cy="717187"/>
      </dsp:txXfrm>
    </dsp:sp>
    <dsp:sp modelId="{CE1459FC-8FAE-4036-A9CC-58465E6AC5EB}">
      <dsp:nvSpPr>
        <dsp:cNvPr id="0" name=""/>
        <dsp:cNvSpPr/>
      </dsp:nvSpPr>
      <dsp:spPr>
        <a:xfrm>
          <a:off x="6814339" y="970339"/>
          <a:ext cx="806835" cy="8068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3C347-F600-4D49-9EA6-3C249B2B96C2}">
      <dsp:nvSpPr>
        <dsp:cNvPr id="0" name=""/>
        <dsp:cNvSpPr/>
      </dsp:nvSpPr>
      <dsp:spPr>
        <a:xfrm>
          <a:off x="6321273" y="2046271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YouTube → Videos &amp; recommendations</a:t>
          </a:r>
        </a:p>
      </dsp:txBody>
      <dsp:txXfrm>
        <a:off x="6321273" y="2046271"/>
        <a:ext cx="1792968" cy="717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BB21D-3F69-4A0E-B907-A5DDA98A5722}">
      <dsp:nvSpPr>
        <dsp:cNvPr id="0" name=""/>
        <dsp:cNvSpPr/>
      </dsp:nvSpPr>
      <dsp:spPr>
        <a:xfrm>
          <a:off x="0" y="38153"/>
          <a:ext cx="4683949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Students learned:</a:t>
          </a:r>
        </a:p>
      </dsp:txBody>
      <dsp:txXfrm>
        <a:off x="30442" y="68595"/>
        <a:ext cx="4623065" cy="562726"/>
      </dsp:txXfrm>
    </dsp:sp>
    <dsp:sp modelId="{5A5F6692-F196-46CD-8262-F44E69B95303}">
      <dsp:nvSpPr>
        <dsp:cNvPr id="0" name=""/>
        <dsp:cNvSpPr/>
      </dsp:nvSpPr>
      <dsp:spPr>
        <a:xfrm>
          <a:off x="0" y="736643"/>
          <a:ext cx="4683949" cy="623610"/>
        </a:xfrm>
        <a:prstGeom prst="round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Backend fundamentals</a:t>
          </a:r>
        </a:p>
      </dsp:txBody>
      <dsp:txXfrm>
        <a:off x="30442" y="767085"/>
        <a:ext cx="4623065" cy="562726"/>
      </dsp:txXfrm>
    </dsp:sp>
    <dsp:sp modelId="{078FBAD2-818E-4106-A857-3ECE161C0B38}">
      <dsp:nvSpPr>
        <dsp:cNvPr id="0" name=""/>
        <dsp:cNvSpPr/>
      </dsp:nvSpPr>
      <dsp:spPr>
        <a:xfrm>
          <a:off x="0" y="1435133"/>
          <a:ext cx="4683949" cy="623610"/>
        </a:xfrm>
        <a:prstGeom prst="round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APIs</a:t>
          </a:r>
        </a:p>
      </dsp:txBody>
      <dsp:txXfrm>
        <a:off x="30442" y="1465575"/>
        <a:ext cx="4623065" cy="562726"/>
      </dsp:txXfrm>
    </dsp:sp>
    <dsp:sp modelId="{F31FB33E-97E5-436F-8478-1BDA6F7D8409}">
      <dsp:nvSpPr>
        <dsp:cNvPr id="0" name=""/>
        <dsp:cNvSpPr/>
      </dsp:nvSpPr>
      <dsp:spPr>
        <a:xfrm>
          <a:off x="0" y="2133623"/>
          <a:ext cx="4683949" cy="623610"/>
        </a:xfrm>
        <a:prstGeom prst="round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JSON</a:t>
          </a:r>
        </a:p>
      </dsp:txBody>
      <dsp:txXfrm>
        <a:off x="30442" y="2164065"/>
        <a:ext cx="4623065" cy="562726"/>
      </dsp:txXfrm>
    </dsp:sp>
    <dsp:sp modelId="{58E765E2-6677-426F-94BE-B4D2FDBA1609}">
      <dsp:nvSpPr>
        <dsp:cNvPr id="0" name=""/>
        <dsp:cNvSpPr/>
      </dsp:nvSpPr>
      <dsp:spPr>
        <a:xfrm>
          <a:off x="0" y="2832113"/>
          <a:ext cx="4683949" cy="623610"/>
        </a:xfrm>
        <a:prstGeom prst="round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SQL vs NoSQL</a:t>
          </a:r>
        </a:p>
      </dsp:txBody>
      <dsp:txXfrm>
        <a:off x="30442" y="2862555"/>
        <a:ext cx="4623065" cy="562726"/>
      </dsp:txXfrm>
    </dsp:sp>
    <dsp:sp modelId="{5A7B5825-A3ED-4ED0-B2F9-327D30B990FF}">
      <dsp:nvSpPr>
        <dsp:cNvPr id="0" name=""/>
        <dsp:cNvSpPr/>
      </dsp:nvSpPr>
      <dsp:spPr>
        <a:xfrm>
          <a:off x="0" y="3530603"/>
          <a:ext cx="4683949" cy="623610"/>
        </a:xfrm>
        <a:prstGeom prst="round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Client-server architecture</a:t>
          </a:r>
        </a:p>
      </dsp:txBody>
      <dsp:txXfrm>
        <a:off x="30442" y="3561045"/>
        <a:ext cx="4623065" cy="562726"/>
      </dsp:txXfrm>
    </dsp:sp>
    <dsp:sp modelId="{8EA7E6EA-2F0E-4435-ADF3-6D37FDD3A3FA}">
      <dsp:nvSpPr>
        <dsp:cNvPr id="0" name=""/>
        <dsp:cNvSpPr/>
      </dsp:nvSpPr>
      <dsp:spPr>
        <a:xfrm>
          <a:off x="0" y="4229093"/>
          <a:ext cx="4683949" cy="623610"/>
        </a:xfrm>
        <a:prstGeom prst="round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Next Chapter:</a:t>
          </a:r>
        </a:p>
      </dsp:txBody>
      <dsp:txXfrm>
        <a:off x="30442" y="4259535"/>
        <a:ext cx="4623065" cy="562726"/>
      </dsp:txXfrm>
    </dsp:sp>
    <dsp:sp modelId="{A734B209-6D01-4DBB-8FAA-38FCCFED635D}">
      <dsp:nvSpPr>
        <dsp:cNvPr id="0" name=""/>
        <dsp:cNvSpPr/>
      </dsp:nvSpPr>
      <dsp:spPr>
        <a:xfrm>
          <a:off x="0" y="4927583"/>
          <a:ext cx="4683949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Firebase Backend Fundamentals</a:t>
          </a:r>
        </a:p>
      </dsp:txBody>
      <dsp:txXfrm>
        <a:off x="30442" y="4958025"/>
        <a:ext cx="4623065" cy="562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F275A-821B-4026-B9A1-AC89F6DFC3F7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64A62-D700-4826-8F84-9EE650AE6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10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64A62-D700-4826-8F84-9EE650AE647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71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colorful light bulb with business icons">
            <a:extLst>
              <a:ext uri="{FF2B5EF4-FFF2-40B4-BE49-F238E27FC236}">
                <a16:creationId xmlns:a16="http://schemas.microsoft.com/office/drawing/2014/main" id="{CA83D508-9148-5A60-D230-FA4220FDE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6197" r="23264" b="1"/>
          <a:stretch>
            <a:fillRect/>
          </a:stretch>
        </p:blipFill>
        <p:spPr>
          <a:xfrm>
            <a:off x="3212926" y="10"/>
            <a:ext cx="5931074" cy="685799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497" y="1115219"/>
            <a:ext cx="4129087" cy="2387600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Modern Backend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497" y="3902075"/>
            <a:ext cx="4129087" cy="1655762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chemeClr val="bg1"/>
                </a:solidFill>
              </a:rPr>
              <a:t>Chapter 1 — Introduction to Backend Development</a:t>
            </a:r>
          </a:p>
          <a:p>
            <a:pPr algn="l"/>
            <a:r>
              <a:rPr lang="en-US" sz="1700">
                <a:solidFill>
                  <a:schemeClr val="bg1"/>
                </a:solidFill>
              </a:rPr>
              <a:t>Firebase • MongoDB • PHP • MySQL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6438" y="3681408"/>
            <a:ext cx="89511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FA673-4FB8-7726-BD7C-40E06F0F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85" b="2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2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717" y="0"/>
            <a:ext cx="8323428" cy="6858000"/>
            <a:chOff x="547625" y="0"/>
            <a:chExt cx="11097905" cy="6858000"/>
          </a:xfrm>
        </p:grpSpPr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2050" name="Picture 2" descr="Day-18: Understanding Frontend, Backend and Databases💻. | by Ajinkya Desai  | Medium">
            <a:extLst>
              <a:ext uri="{FF2B5EF4-FFF2-40B4-BE49-F238E27FC236}">
                <a16:creationId xmlns:a16="http://schemas.microsoft.com/office/drawing/2014/main" id="{BB15E30A-1437-DF0B-4D52-AA86DD5A1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8203" y="1818394"/>
            <a:ext cx="5670645" cy="311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80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575361"/>
            <a:ext cx="428045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8452"/>
            <a:ext cx="3731078" cy="35877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What is Backend?</a:t>
            </a:r>
          </a:p>
        </p:txBody>
      </p:sp>
      <p:grpSp>
        <p:nvGrpSpPr>
          <p:cNvPr id="4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1193254"/>
            <a:ext cx="968730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421588"/>
            <a:ext cx="968601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91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4748271"/>
            <a:ext cx="997902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01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• Hidden logic behind applications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• Handles data and authentication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• Connects frontend with database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• Processes requests and responses</a:t>
            </a:r>
          </a:p>
          <a:p>
            <a:pPr>
              <a:lnSpc>
                <a:spcPct val="90000"/>
              </a:lnSpc>
            </a:pPr>
            <a:endParaRPr lang="en-US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Real Example: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Instagram stores accounts, posts, likes, and messages using backend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606" y="1187311"/>
            <a:ext cx="3817164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975" y="1178924"/>
            <a:ext cx="3817164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7840" y="1130846"/>
            <a:ext cx="3779606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280" y="1424181"/>
            <a:ext cx="1016653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1876" y="629793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49521" y="5188771"/>
            <a:ext cx="807591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91619"/>
            <a:ext cx="3679050" cy="404219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Frontend vs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1130846"/>
            <a:ext cx="3731078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Frontend: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UI Design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HTML, CSS, JavaScript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What users see</a:t>
            </a:r>
          </a:p>
          <a:p>
            <a:pPr>
              <a:lnSpc>
                <a:spcPct val="90000"/>
              </a:lnSpc>
            </a:pPr>
            <a:endParaRPr lang="en-US" sz="25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Backend: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Database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APIs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Authentication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chemeClr val="bg1"/>
                </a:solidFill>
              </a:rPr>
              <a:t>• Business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5400"/>
              <a:t>How Websites Work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1142F1-874D-E0B2-348C-D44632E01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347706"/>
              </p:ext>
            </p:extLst>
          </p:nvPr>
        </p:nvGraphicFramePr>
        <p:xfrm>
          <a:off x="3831401" y="718375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IN" sz="7000">
                <a:solidFill>
                  <a:srgbClr val="FFFFFF"/>
                </a:solidFill>
              </a:rPr>
              <a:t>Login System Flow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Step 1: User enters email &amp; password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Step 2: Backend receives request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Step 3: Database verification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Step 4: Success or error response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Important: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Frontend never directly accesses database.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IN" sz="7000">
                <a:solidFill>
                  <a:srgbClr val="FFFFFF"/>
                </a:solidFill>
              </a:rPr>
              <a:t>What is API?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API = Communication bridge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Connects frontend and backend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Transfers data using JSON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Used in websites and mobile apps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Examples: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Instagram API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Weather API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Payment API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IN" sz="3500"/>
              <a:t>API Methods</a:t>
            </a:r>
          </a:p>
        </p:txBody>
      </p:sp>
      <p:pic>
        <p:nvPicPr>
          <p:cNvPr id="15" name="Picture 14" descr="Illuminated server room panel">
            <a:extLst>
              <a:ext uri="{FF2B5EF4-FFF2-40B4-BE49-F238E27FC236}">
                <a16:creationId xmlns:a16="http://schemas.microsoft.com/office/drawing/2014/main" id="{529F6488-E4D6-38CE-C326-03B47F3FE9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84" r="31115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GET → Fetch Data</a:t>
            </a:r>
          </a:p>
          <a:p>
            <a:r>
              <a:rPr lang="en-US" sz="1700"/>
              <a:t>POST → Send Data</a:t>
            </a:r>
          </a:p>
          <a:p>
            <a:r>
              <a:rPr lang="en-US" sz="1700"/>
              <a:t>PUT → Update Data</a:t>
            </a:r>
          </a:p>
          <a:p>
            <a:r>
              <a:rPr lang="en-US" sz="1700"/>
              <a:t>DELETE → Remove Data</a:t>
            </a:r>
          </a:p>
          <a:p>
            <a:endParaRPr lang="en-US" sz="1700"/>
          </a:p>
          <a:p>
            <a:r>
              <a:rPr lang="en-US" sz="1700"/>
              <a:t>These methods are used in REST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Example JSON: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"name": "Arshad",</a:t>
            </a:r>
          </a:p>
          <a:p>
            <a:r>
              <a:rPr lang="en-US" dirty="0"/>
              <a:t>  "course": "Backend"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• Key-value structure</a:t>
            </a:r>
          </a:p>
          <a:p>
            <a:r>
              <a:rPr lang="en-US" dirty="0"/>
              <a:t>• Lightweight data format</a:t>
            </a:r>
          </a:p>
          <a:p>
            <a:r>
              <a:rPr lang="en-US" dirty="0"/>
              <a:t>• Used in APIs and backend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IN" sz="7000" dirty="0">
                <a:solidFill>
                  <a:srgbClr val="FFFFFF"/>
                </a:solidFill>
              </a:rPr>
              <a:t>SQL vs NoSQL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SQL: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Tables and rows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Structured data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Example: MySQL</a:t>
            </a:r>
          </a:p>
          <a:p>
            <a:endParaRPr lang="en-US" sz="28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NoSQL: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JSON documents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Flexible structure</a:t>
            </a:r>
          </a:p>
          <a:p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• Example: MongoDB, Firebase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IN" sz="5400" dirty="0">
                <a:solidFill>
                  <a:srgbClr val="FFFFFF"/>
                </a:solidFill>
              </a:rPr>
              <a:t>MySQL Database Structure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Tables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Rows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Columns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• Primary Keys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Best for: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Banking systems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Management systems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Structured applications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900">
                <a:solidFill>
                  <a:srgbClr val="FFFFFF"/>
                </a:solidFill>
              </a:rPr>
              <a:t>MongoDB Document Structure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Collections</a:t>
            </a: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Documents</a:t>
            </a: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• JSON storage</a:t>
            </a:r>
          </a:p>
          <a:p>
            <a:endParaRPr lang="en-IN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Best for:</a:t>
            </a: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Chat applications</a:t>
            </a: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Social media apps</a:t>
            </a:r>
          </a:p>
          <a:p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Flexible backend systems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Backend Security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DB4F94F-3C50-560C-B9BA-F8D96DD35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43240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IN" sz="3500"/>
              <a:t>Real-World Backend Examples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756A29B9-A58B-DBE0-5677-19BBE191A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14612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Practical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Practical 1:</a:t>
            </a:r>
          </a:p>
          <a:p>
            <a:r>
              <a:rPr dirty="0"/>
              <a:t>Create simple JSON response</a:t>
            </a:r>
            <a:r>
              <a:rPr lang="en-US" dirty="0"/>
              <a:t>.</a:t>
            </a:r>
            <a:endParaRPr dirty="0"/>
          </a:p>
          <a:p>
            <a:r>
              <a:rPr dirty="0"/>
              <a:t>Practical 2:</a:t>
            </a:r>
          </a:p>
          <a:p>
            <a:r>
              <a:rPr dirty="0"/>
              <a:t>Understand request and response cycle</a:t>
            </a:r>
          </a:p>
          <a:p>
            <a:endParaRPr dirty="0"/>
          </a:p>
          <a:p>
            <a:r>
              <a:rPr dirty="0"/>
              <a:t>Practical 3:</a:t>
            </a:r>
          </a:p>
          <a:p>
            <a:r>
              <a:rPr dirty="0"/>
              <a:t>Observe APIs using browser inspect 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490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1D0D9-181A-8394-BC96-A942080681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28499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417</Words>
  <Application>Microsoft Office PowerPoint</Application>
  <PresentationFormat>On-screen Show (4:3)</PresentationFormat>
  <Paragraphs>123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Meiryo</vt:lpstr>
      <vt:lpstr>Aptos</vt:lpstr>
      <vt:lpstr>Arial</vt:lpstr>
      <vt:lpstr>Calibri</vt:lpstr>
      <vt:lpstr>Office Theme</vt:lpstr>
      <vt:lpstr>Modern Backend Development</vt:lpstr>
      <vt:lpstr>PowerPoint Presentation</vt:lpstr>
      <vt:lpstr>PowerPoint Presentation</vt:lpstr>
      <vt:lpstr>What is Backend?</vt:lpstr>
      <vt:lpstr>Frontend vs Backend</vt:lpstr>
      <vt:lpstr>How Websites Work</vt:lpstr>
      <vt:lpstr>Login System Flow</vt:lpstr>
      <vt:lpstr>What is API?</vt:lpstr>
      <vt:lpstr>API Methods</vt:lpstr>
      <vt:lpstr>JSON Basics</vt:lpstr>
      <vt:lpstr>SQL vs NoSQL</vt:lpstr>
      <vt:lpstr>MySQL Database Structure</vt:lpstr>
      <vt:lpstr>MongoDB Document Structure</vt:lpstr>
      <vt:lpstr>Backend Security</vt:lpstr>
      <vt:lpstr>Real-World Backend Examples</vt:lpstr>
      <vt:lpstr>Practical Session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Arshad Pasha</cp:lastModifiedBy>
  <cp:revision>2</cp:revision>
  <dcterms:created xsi:type="dcterms:W3CDTF">2013-01-27T09:14:16Z</dcterms:created>
  <dcterms:modified xsi:type="dcterms:W3CDTF">2026-05-20T17:57:57Z</dcterms:modified>
  <cp:category/>
</cp:coreProperties>
</file>